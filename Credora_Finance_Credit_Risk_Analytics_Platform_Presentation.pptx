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8" r:id="rId1"/>
  </p:sldMasterIdLst>
  <p:notesMasterIdLst>
    <p:notesMasterId r:id="rId14"/>
  </p:notes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392D98-575F-46B4-9AF8-36465418E62D}" v="216" dt="2026-07-27T20:09:20.009"/>
    <p1510:client id="{B309A9F7-FF1A-4018-B0B6-A9D5B58D2B99}" v="32" dt="2026-07-27T20:33:41.5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ive ruth" userId="788fdbb3d6ebe1d1" providerId="LiveId" clId="{30E700FC-BCCB-4EB2-B602-A5CE93B28CD7}"/>
    <pc:docChg chg="undo redo custSel addSld delSld modSld sldOrd modMainMaster">
      <pc:chgData name="olive ruth" userId="788fdbb3d6ebe1d1" providerId="LiveId" clId="{30E700FC-BCCB-4EB2-B602-A5CE93B28CD7}" dt="2026-07-27T20:33:41.597" v="1559" actId="478"/>
      <pc:docMkLst>
        <pc:docMk/>
      </pc:docMkLst>
      <pc:sldChg chg="addSp delSp modSp mod modClrScheme chgLayout">
        <pc:chgData name="olive ruth" userId="788fdbb3d6ebe1d1" providerId="LiveId" clId="{30E700FC-BCCB-4EB2-B602-A5CE93B28CD7}" dt="2026-07-27T11:40:47.692" v="200" actId="20577"/>
        <pc:sldMkLst>
          <pc:docMk/>
          <pc:sldMk cId="276874734" sldId="256"/>
        </pc:sldMkLst>
        <pc:spChg chg="del mod ord">
          <ac:chgData name="olive ruth" userId="788fdbb3d6ebe1d1" providerId="LiveId" clId="{30E700FC-BCCB-4EB2-B602-A5CE93B28CD7}" dt="2026-07-27T11:20:52.838" v="29" actId="700"/>
          <ac:spMkLst>
            <pc:docMk/>
            <pc:sldMk cId="276874734" sldId="256"/>
            <ac:spMk id="2" creationId="{E2F9AB9B-97C2-19EB-6ECB-257D596C0095}"/>
          </ac:spMkLst>
        </pc:spChg>
        <pc:spChg chg="del mod ord">
          <ac:chgData name="olive ruth" userId="788fdbb3d6ebe1d1" providerId="LiveId" clId="{30E700FC-BCCB-4EB2-B602-A5CE93B28CD7}" dt="2026-07-27T11:20:52.838" v="29" actId="700"/>
          <ac:spMkLst>
            <pc:docMk/>
            <pc:sldMk cId="276874734" sldId="256"/>
            <ac:spMk id="3" creationId="{3AEB79B8-C6A4-DBD8-589B-DDF47679E36D}"/>
          </ac:spMkLst>
        </pc:spChg>
        <pc:spChg chg="add del mod ord">
          <ac:chgData name="olive ruth" userId="788fdbb3d6ebe1d1" providerId="LiveId" clId="{30E700FC-BCCB-4EB2-B602-A5CE93B28CD7}" dt="2026-07-27T11:21:16.973" v="30" actId="700"/>
          <ac:spMkLst>
            <pc:docMk/>
            <pc:sldMk cId="276874734" sldId="256"/>
            <ac:spMk id="4" creationId="{31A455D8-3EFF-7794-C0AC-AA3F22353708}"/>
          </ac:spMkLst>
        </pc:spChg>
        <pc:spChg chg="add del mod ord">
          <ac:chgData name="olive ruth" userId="788fdbb3d6ebe1d1" providerId="LiveId" clId="{30E700FC-BCCB-4EB2-B602-A5CE93B28CD7}" dt="2026-07-27T11:21:16.973" v="30" actId="700"/>
          <ac:spMkLst>
            <pc:docMk/>
            <pc:sldMk cId="276874734" sldId="256"/>
            <ac:spMk id="5" creationId="{3653785A-7170-A69F-5B22-90908DA46E52}"/>
          </ac:spMkLst>
        </pc:spChg>
        <pc:spChg chg="add mod ord">
          <ac:chgData name="olive ruth" userId="788fdbb3d6ebe1d1" providerId="LiveId" clId="{30E700FC-BCCB-4EB2-B602-A5CE93B28CD7}" dt="2026-07-27T11:37:48.014" v="187" actId="1076"/>
          <ac:spMkLst>
            <pc:docMk/>
            <pc:sldMk cId="276874734" sldId="256"/>
            <ac:spMk id="6" creationId="{427AE127-314B-65B1-4C09-DB34A8127298}"/>
          </ac:spMkLst>
        </pc:spChg>
        <pc:spChg chg="add mod ord">
          <ac:chgData name="olive ruth" userId="788fdbb3d6ebe1d1" providerId="LiveId" clId="{30E700FC-BCCB-4EB2-B602-A5CE93B28CD7}" dt="2026-07-27T11:40:47.692" v="200" actId="20577"/>
          <ac:spMkLst>
            <pc:docMk/>
            <pc:sldMk cId="276874734" sldId="256"/>
            <ac:spMk id="7" creationId="{6994772B-76B8-2170-A7A1-16084697FF45}"/>
          </ac:spMkLst>
        </pc:spChg>
      </pc:sldChg>
      <pc:sldChg chg="addSp delSp modSp new mod">
        <pc:chgData name="olive ruth" userId="788fdbb3d6ebe1d1" providerId="LiveId" clId="{30E700FC-BCCB-4EB2-B602-A5CE93B28CD7}" dt="2026-07-27T18:42:36.727" v="438" actId="255"/>
        <pc:sldMkLst>
          <pc:docMk/>
          <pc:sldMk cId="4276363688" sldId="257"/>
        </pc:sldMkLst>
        <pc:spChg chg="mod">
          <ac:chgData name="olive ruth" userId="788fdbb3d6ebe1d1" providerId="LiveId" clId="{30E700FC-BCCB-4EB2-B602-A5CE93B28CD7}" dt="2026-07-27T11:51:40.340" v="224" actId="207"/>
          <ac:spMkLst>
            <pc:docMk/>
            <pc:sldMk cId="4276363688" sldId="257"/>
            <ac:spMk id="2" creationId="{CD289C0B-0D8A-A252-90CA-84823B0D609B}"/>
          </ac:spMkLst>
        </pc:spChg>
        <pc:spChg chg="mod">
          <ac:chgData name="olive ruth" userId="788fdbb3d6ebe1d1" providerId="LiveId" clId="{30E700FC-BCCB-4EB2-B602-A5CE93B28CD7}" dt="2026-07-27T18:42:36.727" v="438" actId="255"/>
          <ac:spMkLst>
            <pc:docMk/>
            <pc:sldMk cId="4276363688" sldId="257"/>
            <ac:spMk id="3" creationId="{457CB73D-7247-1979-3B2E-D53C6F3159D6}"/>
          </ac:spMkLst>
        </pc:spChg>
        <pc:picChg chg="add del mod">
          <ac:chgData name="olive ruth" userId="788fdbb3d6ebe1d1" providerId="LiveId" clId="{30E700FC-BCCB-4EB2-B602-A5CE93B28CD7}" dt="2026-07-27T11:57:12.146" v="249" actId="21"/>
          <ac:picMkLst>
            <pc:docMk/>
            <pc:sldMk cId="4276363688" sldId="257"/>
            <ac:picMk id="5" creationId="{8D9D3D5D-18A6-41FE-21EB-1870EFA0E5F3}"/>
          </ac:picMkLst>
        </pc:picChg>
      </pc:sldChg>
      <pc:sldChg chg="addSp delSp modSp new add del mod">
        <pc:chgData name="olive ruth" userId="788fdbb3d6ebe1d1" providerId="LiveId" clId="{30E700FC-BCCB-4EB2-B602-A5CE93B28CD7}" dt="2026-07-27T20:33:41.597" v="1559" actId="478"/>
        <pc:sldMkLst>
          <pc:docMk/>
          <pc:sldMk cId="493891701" sldId="258"/>
        </pc:sldMkLst>
        <pc:spChg chg="mod">
          <ac:chgData name="olive ruth" userId="788fdbb3d6ebe1d1" providerId="LiveId" clId="{30E700FC-BCCB-4EB2-B602-A5CE93B28CD7}" dt="2026-07-27T11:58:12.005" v="254" actId="207"/>
          <ac:spMkLst>
            <pc:docMk/>
            <pc:sldMk cId="493891701" sldId="258"/>
            <ac:spMk id="2" creationId="{D65C32C9-037E-4505-9C66-60CC33E8DCC5}"/>
          </ac:spMkLst>
        </pc:spChg>
        <pc:spChg chg="add del mod">
          <ac:chgData name="olive ruth" userId="788fdbb3d6ebe1d1" providerId="LiveId" clId="{30E700FC-BCCB-4EB2-B602-A5CE93B28CD7}" dt="2026-07-27T12:07:35.558" v="300" actId="478"/>
          <ac:spMkLst>
            <pc:docMk/>
            <pc:sldMk cId="493891701" sldId="258"/>
            <ac:spMk id="3" creationId="{0F34804C-2249-C166-2423-CF228E93E37D}"/>
          </ac:spMkLst>
        </pc:spChg>
        <pc:spChg chg="add del mod">
          <ac:chgData name="olive ruth" userId="788fdbb3d6ebe1d1" providerId="LiveId" clId="{30E700FC-BCCB-4EB2-B602-A5CE93B28CD7}" dt="2026-07-27T20:32:27.040" v="1551" actId="478"/>
          <ac:spMkLst>
            <pc:docMk/>
            <pc:sldMk cId="493891701" sldId="258"/>
            <ac:spMk id="4" creationId="{0302FE22-2247-6D52-7FFA-DAE39CF74744}"/>
          </ac:spMkLst>
        </pc:spChg>
        <pc:spChg chg="add del">
          <ac:chgData name="olive ruth" userId="788fdbb3d6ebe1d1" providerId="LiveId" clId="{30E700FC-BCCB-4EB2-B602-A5CE93B28CD7}" dt="2026-07-27T11:59:01.854" v="256" actId="22"/>
          <ac:spMkLst>
            <pc:docMk/>
            <pc:sldMk cId="493891701" sldId="258"/>
            <ac:spMk id="7" creationId="{9FBED117-9DD2-1328-D627-C95EE6614123}"/>
          </ac:spMkLst>
        </pc:spChg>
        <pc:spChg chg="add del mod">
          <ac:chgData name="olive ruth" userId="788fdbb3d6ebe1d1" providerId="LiveId" clId="{30E700FC-BCCB-4EB2-B602-A5CE93B28CD7}" dt="2026-07-27T12:09:57.533" v="382" actId="1032"/>
          <ac:spMkLst>
            <pc:docMk/>
            <pc:sldMk cId="493891701" sldId="258"/>
            <ac:spMk id="10" creationId="{04BC631B-DEDB-0A9C-6251-F95C3F65B8E1}"/>
          </ac:spMkLst>
        </pc:spChg>
        <pc:spChg chg="add del mod">
          <ac:chgData name="olive ruth" userId="788fdbb3d6ebe1d1" providerId="LiveId" clId="{30E700FC-BCCB-4EB2-B602-A5CE93B28CD7}" dt="2026-07-27T12:10:43.913" v="398" actId="478"/>
          <ac:spMkLst>
            <pc:docMk/>
            <pc:sldMk cId="493891701" sldId="258"/>
            <ac:spMk id="16" creationId="{F24CE2F9-9C4B-FF39-E398-8E5C0E72D40B}"/>
          </ac:spMkLst>
        </pc:spChg>
        <pc:spChg chg="add del mod">
          <ac:chgData name="olive ruth" userId="788fdbb3d6ebe1d1" providerId="LiveId" clId="{30E700FC-BCCB-4EB2-B602-A5CE93B28CD7}" dt="2026-07-27T20:32:44.431" v="1554" actId="478"/>
          <ac:spMkLst>
            <pc:docMk/>
            <pc:sldMk cId="493891701" sldId="258"/>
            <ac:spMk id="18" creationId="{CD5EB4A5-B2DD-8282-8590-98247B7F2C45}"/>
          </ac:spMkLst>
        </pc:spChg>
        <pc:graphicFrameChg chg="add mod modGraphic">
          <ac:chgData name="olive ruth" userId="788fdbb3d6ebe1d1" providerId="LiveId" clId="{30E700FC-BCCB-4EB2-B602-A5CE93B28CD7}" dt="2026-07-27T20:33:41.597" v="1559" actId="478"/>
          <ac:graphicFrameMkLst>
            <pc:docMk/>
            <pc:sldMk cId="493891701" sldId="258"/>
            <ac:graphicFrameMk id="3" creationId="{64A4912C-A8F8-9B16-481A-AFFB73DE557C}"/>
          </ac:graphicFrameMkLst>
        </pc:graphicFrameChg>
        <pc:graphicFrameChg chg="add del mod modGraphic">
          <ac:chgData name="olive ruth" userId="788fdbb3d6ebe1d1" providerId="LiveId" clId="{30E700FC-BCCB-4EB2-B602-A5CE93B28CD7}" dt="2026-07-27T12:05:00.466" v="288" actId="1032"/>
          <ac:graphicFrameMkLst>
            <pc:docMk/>
            <pc:sldMk cId="493891701" sldId="258"/>
            <ac:graphicFrameMk id="8" creationId="{2D87C8FC-FE0D-6A42-AF38-F7A489DBDDA3}"/>
          </ac:graphicFrameMkLst>
        </pc:graphicFrameChg>
        <pc:graphicFrameChg chg="add del modGraphic">
          <ac:chgData name="olive ruth" userId="788fdbb3d6ebe1d1" providerId="LiveId" clId="{30E700FC-BCCB-4EB2-B602-A5CE93B28CD7}" dt="2026-07-27T12:08:10.817" v="313" actId="1032"/>
          <ac:graphicFrameMkLst>
            <pc:docMk/>
            <pc:sldMk cId="493891701" sldId="258"/>
            <ac:graphicFrameMk id="11" creationId="{3E9A845A-93FD-95D6-9A3D-6F97719A2E40}"/>
          </ac:graphicFrameMkLst>
        </pc:graphicFrameChg>
        <pc:graphicFrameChg chg="add del modGraphic">
          <ac:chgData name="olive ruth" userId="788fdbb3d6ebe1d1" providerId="LiveId" clId="{30E700FC-BCCB-4EB2-B602-A5CE93B28CD7}" dt="2026-07-27T12:08:26.895" v="315" actId="1032"/>
          <ac:graphicFrameMkLst>
            <pc:docMk/>
            <pc:sldMk cId="493891701" sldId="258"/>
            <ac:graphicFrameMk id="12" creationId="{1FF16CD2-474B-DF45-A557-E1FADD748101}"/>
          </ac:graphicFrameMkLst>
        </pc:graphicFrameChg>
        <pc:graphicFrameChg chg="add del mod modGraphic">
          <ac:chgData name="olive ruth" userId="788fdbb3d6ebe1d1" providerId="LiveId" clId="{30E700FC-BCCB-4EB2-B602-A5CE93B28CD7}" dt="2026-07-27T12:09:37.853" v="381" actId="1032"/>
          <ac:graphicFrameMkLst>
            <pc:docMk/>
            <pc:sldMk cId="493891701" sldId="258"/>
            <ac:graphicFrameMk id="13" creationId="{C47F5DF4-2E1A-7D89-7142-98C781B53F8C}"/>
          </ac:graphicFrameMkLst>
        </pc:graphicFrameChg>
        <pc:graphicFrameChg chg="add del mod modGraphic">
          <ac:chgData name="olive ruth" userId="788fdbb3d6ebe1d1" providerId="LiveId" clId="{30E700FC-BCCB-4EB2-B602-A5CE93B28CD7}" dt="2026-07-27T12:17:34.272" v="412" actId="478"/>
          <ac:graphicFrameMkLst>
            <pc:docMk/>
            <pc:sldMk cId="493891701" sldId="258"/>
            <ac:graphicFrameMk id="14" creationId="{584FEE9E-53C5-B041-6D4F-769709211448}"/>
          </ac:graphicFrameMkLst>
        </pc:graphicFrameChg>
        <pc:picChg chg="add mod">
          <ac:chgData name="olive ruth" userId="788fdbb3d6ebe1d1" providerId="LiveId" clId="{30E700FC-BCCB-4EB2-B602-A5CE93B28CD7}" dt="2026-07-27T11:55:38.360" v="240" actId="931"/>
          <ac:picMkLst>
            <pc:docMk/>
            <pc:sldMk cId="493891701" sldId="258"/>
            <ac:picMk id="5" creationId="{ADDF0155-0A49-F2CE-9C3F-5D6D6D778C27}"/>
          </ac:picMkLst>
        </pc:picChg>
      </pc:sldChg>
      <pc:sldChg chg="addSp delSp modSp new mod">
        <pc:chgData name="olive ruth" userId="788fdbb3d6ebe1d1" providerId="LiveId" clId="{30E700FC-BCCB-4EB2-B602-A5CE93B28CD7}" dt="2026-07-27T18:46:33.799" v="528" actId="255"/>
        <pc:sldMkLst>
          <pc:docMk/>
          <pc:sldMk cId="1729614334" sldId="259"/>
        </pc:sldMkLst>
        <pc:spChg chg="mod">
          <ac:chgData name="olive ruth" userId="788fdbb3d6ebe1d1" providerId="LiveId" clId="{30E700FC-BCCB-4EB2-B602-A5CE93B28CD7}" dt="2026-07-27T12:06:10.821" v="296" actId="207"/>
          <ac:spMkLst>
            <pc:docMk/>
            <pc:sldMk cId="1729614334" sldId="259"/>
            <ac:spMk id="2" creationId="{2057CC9A-20DB-6C0C-6A21-FA2ACB53C6B9}"/>
          </ac:spMkLst>
        </pc:spChg>
        <pc:spChg chg="del mod">
          <ac:chgData name="olive ruth" userId="788fdbb3d6ebe1d1" providerId="LiveId" clId="{30E700FC-BCCB-4EB2-B602-A5CE93B28CD7}" dt="2026-07-27T12:07:07.958" v="297" actId="3680"/>
          <ac:spMkLst>
            <pc:docMk/>
            <pc:sldMk cId="1729614334" sldId="259"/>
            <ac:spMk id="3" creationId="{D4FF94A5-D12F-CD38-5B9E-6C771C0BF1C8}"/>
          </ac:spMkLst>
        </pc:spChg>
        <pc:graphicFrameChg chg="add mod ord modGraphic">
          <ac:chgData name="olive ruth" userId="788fdbb3d6ebe1d1" providerId="LiveId" clId="{30E700FC-BCCB-4EB2-B602-A5CE93B28CD7}" dt="2026-07-27T18:46:33.799" v="528" actId="255"/>
          <ac:graphicFrameMkLst>
            <pc:docMk/>
            <pc:sldMk cId="1729614334" sldId="259"/>
            <ac:graphicFrameMk id="4" creationId="{8602FDAB-4870-8AB9-4773-1C85519AC46A}"/>
          </ac:graphicFrameMkLst>
        </pc:graphicFrameChg>
      </pc:sldChg>
      <pc:sldChg chg="addSp delSp modSp new mod chgLayout">
        <pc:chgData name="olive ruth" userId="788fdbb3d6ebe1d1" providerId="LiveId" clId="{30E700FC-BCCB-4EB2-B602-A5CE93B28CD7}" dt="2026-07-27T19:11:34.415" v="674" actId="2711"/>
        <pc:sldMkLst>
          <pc:docMk/>
          <pc:sldMk cId="380040110" sldId="260"/>
        </pc:sldMkLst>
        <pc:spChg chg="del mod">
          <ac:chgData name="olive ruth" userId="788fdbb3d6ebe1d1" providerId="LiveId" clId="{30E700FC-BCCB-4EB2-B602-A5CE93B28CD7}" dt="2026-07-27T11:21:57.167" v="32" actId="700"/>
          <ac:spMkLst>
            <pc:docMk/>
            <pc:sldMk cId="380040110" sldId="260"/>
            <ac:spMk id="2" creationId="{25EF7AE9-EC03-872E-773D-3C8DDBED91C4}"/>
          </ac:spMkLst>
        </pc:spChg>
        <pc:spChg chg="del mod">
          <ac:chgData name="olive ruth" userId="788fdbb3d6ebe1d1" providerId="LiveId" clId="{30E700FC-BCCB-4EB2-B602-A5CE93B28CD7}" dt="2026-07-27T11:21:57.167" v="32" actId="700"/>
          <ac:spMkLst>
            <pc:docMk/>
            <pc:sldMk cId="380040110" sldId="260"/>
            <ac:spMk id="3" creationId="{B27963C9-B8C7-E133-C5B7-A5D7BE95FCD7}"/>
          </ac:spMkLst>
        </pc:spChg>
        <pc:spChg chg="add mod ord">
          <ac:chgData name="olive ruth" userId="788fdbb3d6ebe1d1" providerId="LiveId" clId="{30E700FC-BCCB-4EB2-B602-A5CE93B28CD7}" dt="2026-07-27T19:11:34.415" v="674" actId="2711"/>
          <ac:spMkLst>
            <pc:docMk/>
            <pc:sldMk cId="380040110" sldId="260"/>
            <ac:spMk id="4" creationId="{1243B9AC-55A1-B127-1097-83C27F32BD3D}"/>
          </ac:spMkLst>
        </pc:spChg>
        <pc:spChg chg="add del mod ord">
          <ac:chgData name="olive ruth" userId="788fdbb3d6ebe1d1" providerId="LiveId" clId="{30E700FC-BCCB-4EB2-B602-A5CE93B28CD7}" dt="2026-07-27T18:47:19.627" v="549" actId="1032"/>
          <ac:spMkLst>
            <pc:docMk/>
            <pc:sldMk cId="380040110" sldId="260"/>
            <ac:spMk id="5" creationId="{CC83D50B-754B-66E8-96B8-C7297DD5FAD3}"/>
          </ac:spMkLst>
        </pc:spChg>
        <pc:spChg chg="add mod">
          <ac:chgData name="olive ruth" userId="788fdbb3d6ebe1d1" providerId="LiveId" clId="{30E700FC-BCCB-4EB2-B602-A5CE93B28CD7}" dt="2026-07-27T19:07:36.432" v="653" actId="1076"/>
          <ac:spMkLst>
            <pc:docMk/>
            <pc:sldMk cId="380040110" sldId="260"/>
            <ac:spMk id="10" creationId="{EF253526-56EA-B94E-7878-676A3F99DB6E}"/>
          </ac:spMkLst>
        </pc:spChg>
        <pc:spChg chg="add del">
          <ac:chgData name="olive ruth" userId="788fdbb3d6ebe1d1" providerId="LiveId" clId="{30E700FC-BCCB-4EB2-B602-A5CE93B28CD7}" dt="2026-07-27T19:01:34.483" v="616" actId="11529"/>
          <ac:spMkLst>
            <pc:docMk/>
            <pc:sldMk cId="380040110" sldId="260"/>
            <ac:spMk id="11" creationId="{6E9A477A-C52F-9A51-F68E-70CB94904651}"/>
          </ac:spMkLst>
        </pc:spChg>
        <pc:spChg chg="add mod">
          <ac:chgData name="olive ruth" userId="788fdbb3d6ebe1d1" providerId="LiveId" clId="{30E700FC-BCCB-4EB2-B602-A5CE93B28CD7}" dt="2026-07-27T19:07:59.296" v="655" actId="1076"/>
          <ac:spMkLst>
            <pc:docMk/>
            <pc:sldMk cId="380040110" sldId="260"/>
            <ac:spMk id="12" creationId="{80EA20D3-2D9B-4AA9-8EDF-AA4E9F45E9F7}"/>
          </ac:spMkLst>
        </pc:spChg>
        <pc:spChg chg="add del">
          <ac:chgData name="olive ruth" userId="788fdbb3d6ebe1d1" providerId="LiveId" clId="{30E700FC-BCCB-4EB2-B602-A5CE93B28CD7}" dt="2026-07-27T19:02:25.179" v="623" actId="11529"/>
          <ac:spMkLst>
            <pc:docMk/>
            <pc:sldMk cId="380040110" sldId="260"/>
            <ac:spMk id="13" creationId="{D634A66C-3E40-7CDD-E118-71E5FAE57AB3}"/>
          </ac:spMkLst>
        </pc:spChg>
        <pc:spChg chg="add del">
          <ac:chgData name="olive ruth" userId="788fdbb3d6ebe1d1" providerId="LiveId" clId="{30E700FC-BCCB-4EB2-B602-A5CE93B28CD7}" dt="2026-07-27T19:02:31.461" v="625" actId="11529"/>
          <ac:spMkLst>
            <pc:docMk/>
            <pc:sldMk cId="380040110" sldId="260"/>
            <ac:spMk id="14" creationId="{BEF2971A-E5D5-D394-2EAE-2863802EC09D}"/>
          </ac:spMkLst>
        </pc:spChg>
        <pc:spChg chg="add mod">
          <ac:chgData name="olive ruth" userId="788fdbb3d6ebe1d1" providerId="LiveId" clId="{30E700FC-BCCB-4EB2-B602-A5CE93B28CD7}" dt="2026-07-27T19:08:33.685" v="658" actId="1076"/>
          <ac:spMkLst>
            <pc:docMk/>
            <pc:sldMk cId="380040110" sldId="260"/>
            <ac:spMk id="15" creationId="{2682541C-98B9-11C9-DA4E-3FA87F1E84D4}"/>
          </ac:spMkLst>
        </pc:spChg>
        <pc:spChg chg="add mod">
          <ac:chgData name="olive ruth" userId="788fdbb3d6ebe1d1" providerId="LiveId" clId="{30E700FC-BCCB-4EB2-B602-A5CE93B28CD7}" dt="2026-07-27T19:09:06.127" v="663" actId="1076"/>
          <ac:spMkLst>
            <pc:docMk/>
            <pc:sldMk cId="380040110" sldId="260"/>
            <ac:spMk id="16" creationId="{0435C49A-0EA3-5F08-11B2-C21D629A6AE8}"/>
          </ac:spMkLst>
        </pc:spChg>
        <pc:spChg chg="add del">
          <ac:chgData name="olive ruth" userId="788fdbb3d6ebe1d1" providerId="LiveId" clId="{30E700FC-BCCB-4EB2-B602-A5CE93B28CD7}" dt="2026-07-27T19:04:48.261" v="637" actId="22"/>
          <ac:spMkLst>
            <pc:docMk/>
            <pc:sldMk cId="380040110" sldId="260"/>
            <ac:spMk id="18" creationId="{82D2DBAE-A31C-23E2-FCB1-4DD3CBA8E69A}"/>
          </ac:spMkLst>
        </pc:spChg>
        <pc:spChg chg="add del">
          <ac:chgData name="olive ruth" userId="788fdbb3d6ebe1d1" providerId="LiveId" clId="{30E700FC-BCCB-4EB2-B602-A5CE93B28CD7}" dt="2026-07-27T19:04:53.789" v="639" actId="22"/>
          <ac:spMkLst>
            <pc:docMk/>
            <pc:sldMk cId="380040110" sldId="260"/>
            <ac:spMk id="20" creationId="{83E53ABD-1438-D770-2426-0104E8153CE7}"/>
          </ac:spMkLst>
        </pc:spChg>
        <pc:spChg chg="add del">
          <ac:chgData name="olive ruth" userId="788fdbb3d6ebe1d1" providerId="LiveId" clId="{30E700FC-BCCB-4EB2-B602-A5CE93B28CD7}" dt="2026-07-27T19:07:32.419" v="652" actId="11529"/>
          <ac:spMkLst>
            <pc:docMk/>
            <pc:sldMk cId="380040110" sldId="260"/>
            <ac:spMk id="23" creationId="{E04161FF-A3E8-AB86-3B12-EB7D57AE8018}"/>
          </ac:spMkLst>
        </pc:spChg>
        <pc:spChg chg="add">
          <ac:chgData name="olive ruth" userId="788fdbb3d6ebe1d1" providerId="LiveId" clId="{30E700FC-BCCB-4EB2-B602-A5CE93B28CD7}" dt="2026-07-27T19:07:51.859" v="654" actId="11529"/>
          <ac:spMkLst>
            <pc:docMk/>
            <pc:sldMk cId="380040110" sldId="260"/>
            <ac:spMk id="24" creationId="{65A985FE-E330-9F6B-8DEE-4E839308395F}"/>
          </ac:spMkLst>
        </pc:spChg>
        <pc:spChg chg="add">
          <ac:chgData name="olive ruth" userId="788fdbb3d6ebe1d1" providerId="LiveId" clId="{30E700FC-BCCB-4EB2-B602-A5CE93B28CD7}" dt="2026-07-27T19:08:15.825" v="656" actId="11529"/>
          <ac:spMkLst>
            <pc:docMk/>
            <pc:sldMk cId="380040110" sldId="260"/>
            <ac:spMk id="25" creationId="{22664C19-B57C-AC7A-AE58-DDDE2687D804}"/>
          </ac:spMkLst>
        </pc:spChg>
        <pc:spChg chg="add mod">
          <ac:chgData name="olive ruth" userId="788fdbb3d6ebe1d1" providerId="LiveId" clId="{30E700FC-BCCB-4EB2-B602-A5CE93B28CD7}" dt="2026-07-27T19:09:00.942" v="662" actId="1076"/>
          <ac:spMkLst>
            <pc:docMk/>
            <pc:sldMk cId="380040110" sldId="260"/>
            <ac:spMk id="27" creationId="{D1965917-85F0-5319-E3F2-FB492B59B325}"/>
          </ac:spMkLst>
        </pc:spChg>
        <pc:spChg chg="add mod">
          <ac:chgData name="olive ruth" userId="788fdbb3d6ebe1d1" providerId="LiveId" clId="{30E700FC-BCCB-4EB2-B602-A5CE93B28CD7}" dt="2026-07-27T19:10:29.918" v="668" actId="20577"/>
          <ac:spMkLst>
            <pc:docMk/>
            <pc:sldMk cId="380040110" sldId="260"/>
            <ac:spMk id="29" creationId="{28DE4D66-B3FF-23FB-B07E-7CD65E9E3117}"/>
          </ac:spMkLst>
        </pc:spChg>
        <pc:graphicFrameChg chg="add del mod modGraphic">
          <ac:chgData name="olive ruth" userId="788fdbb3d6ebe1d1" providerId="LiveId" clId="{30E700FC-BCCB-4EB2-B602-A5CE93B28CD7}" dt="2026-07-27T18:46:21.097" v="517" actId="1032"/>
          <ac:graphicFrameMkLst>
            <pc:docMk/>
            <pc:sldMk cId="380040110" sldId="260"/>
            <ac:graphicFrameMk id="6" creationId="{5067F3E4-315F-B674-7807-6C92A24AD638}"/>
          </ac:graphicFrameMkLst>
        </pc:graphicFrameChg>
        <pc:graphicFrameChg chg="add mod modGraphic">
          <ac:chgData name="olive ruth" userId="788fdbb3d6ebe1d1" providerId="LiveId" clId="{30E700FC-BCCB-4EB2-B602-A5CE93B28CD7}" dt="2026-07-27T18:58:33.008" v="610" actId="20577"/>
          <ac:graphicFrameMkLst>
            <pc:docMk/>
            <pc:sldMk cId="380040110" sldId="260"/>
            <ac:graphicFrameMk id="7" creationId="{96908079-1553-6C87-322C-1AE6965FA930}"/>
          </ac:graphicFrameMkLst>
        </pc:graphicFrameChg>
        <pc:cxnChg chg="add del">
          <ac:chgData name="olive ruth" userId="788fdbb3d6ebe1d1" providerId="LiveId" clId="{30E700FC-BCCB-4EB2-B602-A5CE93B28CD7}" dt="2026-07-27T19:07:14.535" v="650" actId="11529"/>
          <ac:cxnSpMkLst>
            <pc:docMk/>
            <pc:sldMk cId="380040110" sldId="260"/>
            <ac:cxnSpMk id="22" creationId="{B720B84B-01B7-01B6-7998-DB1DFF535004}"/>
          </ac:cxnSpMkLst>
        </pc:cxnChg>
      </pc:sldChg>
      <pc:sldChg chg="addSp modSp new mod">
        <pc:chgData name="olive ruth" userId="788fdbb3d6ebe1d1" providerId="LiveId" clId="{30E700FC-BCCB-4EB2-B602-A5CE93B28CD7}" dt="2026-07-27T19:25:19.419" v="841" actId="20577"/>
        <pc:sldMkLst>
          <pc:docMk/>
          <pc:sldMk cId="2077478641" sldId="261"/>
        </pc:sldMkLst>
        <pc:spChg chg="mod">
          <ac:chgData name="olive ruth" userId="788fdbb3d6ebe1d1" providerId="LiveId" clId="{30E700FC-BCCB-4EB2-B602-A5CE93B28CD7}" dt="2026-07-27T19:25:02.127" v="747" actId="1076"/>
          <ac:spMkLst>
            <pc:docMk/>
            <pc:sldMk cId="2077478641" sldId="261"/>
            <ac:spMk id="2" creationId="{01BD6B0B-9024-61C5-2AD3-B3257C3167B7}"/>
          </ac:spMkLst>
        </pc:spChg>
        <pc:spChg chg="mod">
          <ac:chgData name="olive ruth" userId="788fdbb3d6ebe1d1" providerId="LiveId" clId="{30E700FC-BCCB-4EB2-B602-A5CE93B28CD7}" dt="2026-07-27T19:25:19.419" v="841" actId="20577"/>
          <ac:spMkLst>
            <pc:docMk/>
            <pc:sldMk cId="2077478641" sldId="261"/>
            <ac:spMk id="3" creationId="{45F33F49-4156-C890-6680-B99AB8A82A8C}"/>
          </ac:spMkLst>
        </pc:spChg>
        <pc:spChg chg="add mod">
          <ac:chgData name="olive ruth" userId="788fdbb3d6ebe1d1" providerId="LiveId" clId="{30E700FC-BCCB-4EB2-B602-A5CE93B28CD7}" dt="2026-07-27T19:19:53.859" v="708" actId="2711"/>
          <ac:spMkLst>
            <pc:docMk/>
            <pc:sldMk cId="2077478641" sldId="261"/>
            <ac:spMk id="4" creationId="{5DBB6A0D-34DC-8B76-43EE-D067BB34CA41}"/>
          </ac:spMkLst>
        </pc:spChg>
        <pc:spChg chg="add mod">
          <ac:chgData name="olive ruth" userId="788fdbb3d6ebe1d1" providerId="LiveId" clId="{30E700FC-BCCB-4EB2-B602-A5CE93B28CD7}" dt="2026-07-27T19:19:38.571" v="706" actId="2711"/>
          <ac:spMkLst>
            <pc:docMk/>
            <pc:sldMk cId="2077478641" sldId="261"/>
            <ac:spMk id="5" creationId="{DB53B0D1-6058-1A67-5B64-7AC704FDCCCF}"/>
          </ac:spMkLst>
        </pc:spChg>
        <pc:spChg chg="add mod">
          <ac:chgData name="olive ruth" userId="788fdbb3d6ebe1d1" providerId="LiveId" clId="{30E700FC-BCCB-4EB2-B602-A5CE93B28CD7}" dt="2026-07-27T19:19:07.844" v="704" actId="2711"/>
          <ac:spMkLst>
            <pc:docMk/>
            <pc:sldMk cId="2077478641" sldId="261"/>
            <ac:spMk id="6" creationId="{D004F41F-9A0D-DACA-CF92-FC38F8C92B1B}"/>
          </ac:spMkLst>
        </pc:spChg>
        <pc:spChg chg="add mod">
          <ac:chgData name="olive ruth" userId="788fdbb3d6ebe1d1" providerId="LiveId" clId="{30E700FC-BCCB-4EB2-B602-A5CE93B28CD7}" dt="2026-07-27T19:20:14.895" v="710" actId="2711"/>
          <ac:spMkLst>
            <pc:docMk/>
            <pc:sldMk cId="2077478641" sldId="261"/>
            <ac:spMk id="7" creationId="{906B1BD1-D752-60B6-CA7A-FEE56905B208}"/>
          </ac:spMkLst>
        </pc:spChg>
        <pc:spChg chg="add mod">
          <ac:chgData name="olive ruth" userId="788fdbb3d6ebe1d1" providerId="LiveId" clId="{30E700FC-BCCB-4EB2-B602-A5CE93B28CD7}" dt="2026-07-27T19:23:28.736" v="737" actId="1076"/>
          <ac:spMkLst>
            <pc:docMk/>
            <pc:sldMk cId="2077478641" sldId="261"/>
            <ac:spMk id="8" creationId="{E4626C4C-AF07-72F5-34EA-C2E72610735A}"/>
          </ac:spMkLst>
        </pc:spChg>
        <pc:spChg chg="add mod">
          <ac:chgData name="olive ruth" userId="788fdbb3d6ebe1d1" providerId="LiveId" clId="{30E700FC-BCCB-4EB2-B602-A5CE93B28CD7}" dt="2026-07-27T19:20:42.091" v="713" actId="2711"/>
          <ac:spMkLst>
            <pc:docMk/>
            <pc:sldMk cId="2077478641" sldId="261"/>
            <ac:spMk id="9" creationId="{4DA7DB08-8CE1-FB72-6760-717A34BFAAD0}"/>
          </ac:spMkLst>
        </pc:spChg>
        <pc:spChg chg="add mod">
          <ac:chgData name="olive ruth" userId="788fdbb3d6ebe1d1" providerId="LiveId" clId="{30E700FC-BCCB-4EB2-B602-A5CE93B28CD7}" dt="2026-07-27T19:20:04.224" v="709" actId="2711"/>
          <ac:spMkLst>
            <pc:docMk/>
            <pc:sldMk cId="2077478641" sldId="261"/>
            <ac:spMk id="10" creationId="{1F9AF83A-49A7-0C2C-ECDC-1F78B24D7DAE}"/>
          </ac:spMkLst>
        </pc:spChg>
        <pc:spChg chg="add mod">
          <ac:chgData name="olive ruth" userId="788fdbb3d6ebe1d1" providerId="LiveId" clId="{30E700FC-BCCB-4EB2-B602-A5CE93B28CD7}" dt="2026-07-27T19:23:18.710" v="736" actId="14100"/>
          <ac:spMkLst>
            <pc:docMk/>
            <pc:sldMk cId="2077478641" sldId="261"/>
            <ac:spMk id="11" creationId="{88E137B0-3AB1-30C9-9633-1FE7959B78CA}"/>
          </ac:spMkLst>
        </pc:spChg>
        <pc:spChg chg="add mod">
          <ac:chgData name="olive ruth" userId="788fdbb3d6ebe1d1" providerId="LiveId" clId="{30E700FC-BCCB-4EB2-B602-A5CE93B28CD7}" dt="2026-07-27T19:23:13.511" v="735" actId="14100"/>
          <ac:spMkLst>
            <pc:docMk/>
            <pc:sldMk cId="2077478641" sldId="261"/>
            <ac:spMk id="13" creationId="{044DA6B4-4DF2-83DF-4596-1650EB95C5FD}"/>
          </ac:spMkLst>
        </pc:spChg>
        <pc:spChg chg="add mod">
          <ac:chgData name="olive ruth" userId="788fdbb3d6ebe1d1" providerId="LiveId" clId="{30E700FC-BCCB-4EB2-B602-A5CE93B28CD7}" dt="2026-07-27T19:23:07.556" v="734" actId="14100"/>
          <ac:spMkLst>
            <pc:docMk/>
            <pc:sldMk cId="2077478641" sldId="261"/>
            <ac:spMk id="15" creationId="{37098EE4-B5BA-33A8-495B-D246DEE8A725}"/>
          </ac:spMkLst>
        </pc:spChg>
        <pc:spChg chg="add mod">
          <ac:chgData name="olive ruth" userId="788fdbb3d6ebe1d1" providerId="LiveId" clId="{30E700FC-BCCB-4EB2-B602-A5CE93B28CD7}" dt="2026-07-27T19:23:01.668" v="733" actId="14100"/>
          <ac:spMkLst>
            <pc:docMk/>
            <pc:sldMk cId="2077478641" sldId="261"/>
            <ac:spMk id="17" creationId="{13C108E9-D284-E065-56C2-9CEFA871A4D2}"/>
          </ac:spMkLst>
        </pc:spChg>
        <pc:spChg chg="add mod">
          <ac:chgData name="olive ruth" userId="788fdbb3d6ebe1d1" providerId="LiveId" clId="{30E700FC-BCCB-4EB2-B602-A5CE93B28CD7}" dt="2026-07-27T19:23:35.679" v="738" actId="14100"/>
          <ac:spMkLst>
            <pc:docMk/>
            <pc:sldMk cId="2077478641" sldId="261"/>
            <ac:spMk id="19" creationId="{C1015E4D-E50E-76AF-C8B3-35C1E50A1F27}"/>
          </ac:spMkLst>
        </pc:spChg>
        <pc:spChg chg="add mod">
          <ac:chgData name="olive ruth" userId="788fdbb3d6ebe1d1" providerId="LiveId" clId="{30E700FC-BCCB-4EB2-B602-A5CE93B28CD7}" dt="2026-07-27T19:23:49.706" v="740" actId="14100"/>
          <ac:spMkLst>
            <pc:docMk/>
            <pc:sldMk cId="2077478641" sldId="261"/>
            <ac:spMk id="21" creationId="{47A35995-A5A1-0455-CEC7-3791A715E1CD}"/>
          </ac:spMkLst>
        </pc:spChg>
      </pc:sldChg>
      <pc:sldChg chg="addSp delSp modSp new mod">
        <pc:chgData name="olive ruth" userId="788fdbb3d6ebe1d1" providerId="LiveId" clId="{30E700FC-BCCB-4EB2-B602-A5CE93B28CD7}" dt="2026-07-27T19:33:57.837" v="901" actId="255"/>
        <pc:sldMkLst>
          <pc:docMk/>
          <pc:sldMk cId="2119417341" sldId="262"/>
        </pc:sldMkLst>
        <pc:spChg chg="mod">
          <ac:chgData name="olive ruth" userId="788fdbb3d6ebe1d1" providerId="LiveId" clId="{30E700FC-BCCB-4EB2-B602-A5CE93B28CD7}" dt="2026-07-27T19:26:21.667" v="850" actId="207"/>
          <ac:spMkLst>
            <pc:docMk/>
            <pc:sldMk cId="2119417341" sldId="262"/>
            <ac:spMk id="2" creationId="{13502DB2-4B5B-3DC6-EE3A-F3B4C040E987}"/>
          </ac:spMkLst>
        </pc:spChg>
        <pc:spChg chg="del mod">
          <ac:chgData name="olive ruth" userId="788fdbb3d6ebe1d1" providerId="LiveId" clId="{30E700FC-BCCB-4EB2-B602-A5CE93B28CD7}" dt="2026-07-27T19:27:14.124" v="851" actId="1032"/>
          <ac:spMkLst>
            <pc:docMk/>
            <pc:sldMk cId="2119417341" sldId="262"/>
            <ac:spMk id="3" creationId="{111D4F6E-1771-28D4-A62E-409607CFD06A}"/>
          </ac:spMkLst>
        </pc:spChg>
        <pc:spChg chg="add mod">
          <ac:chgData name="olive ruth" userId="788fdbb3d6ebe1d1" providerId="LiveId" clId="{30E700FC-BCCB-4EB2-B602-A5CE93B28CD7}" dt="2026-07-27T19:33:57.837" v="901" actId="255"/>
          <ac:spMkLst>
            <pc:docMk/>
            <pc:sldMk cId="2119417341" sldId="262"/>
            <ac:spMk id="6" creationId="{9DA3FB7E-99B5-0521-90E9-0FF5B52CE5B9}"/>
          </ac:spMkLst>
        </pc:spChg>
        <pc:graphicFrameChg chg="add mod modGraphic">
          <ac:chgData name="olive ruth" userId="788fdbb3d6ebe1d1" providerId="LiveId" clId="{30E700FC-BCCB-4EB2-B602-A5CE93B28CD7}" dt="2026-07-27T19:33:29.922" v="896" actId="1076"/>
          <ac:graphicFrameMkLst>
            <pc:docMk/>
            <pc:sldMk cId="2119417341" sldId="262"/>
            <ac:graphicFrameMk id="4" creationId="{07F122DC-E26D-8E52-2C3C-2FE1784F2BD0}"/>
          </ac:graphicFrameMkLst>
        </pc:graphicFrameChg>
      </pc:sldChg>
      <pc:sldChg chg="addSp delSp modSp new mod">
        <pc:chgData name="olive ruth" userId="788fdbb3d6ebe1d1" providerId="LiveId" clId="{30E700FC-BCCB-4EB2-B602-A5CE93B28CD7}" dt="2026-07-27T20:04:38.864" v="1088" actId="207"/>
        <pc:sldMkLst>
          <pc:docMk/>
          <pc:sldMk cId="1286864295" sldId="263"/>
        </pc:sldMkLst>
        <pc:spChg chg="mod">
          <ac:chgData name="olive ruth" userId="788fdbb3d6ebe1d1" providerId="LiveId" clId="{30E700FC-BCCB-4EB2-B602-A5CE93B28CD7}" dt="2026-07-27T19:34:54.974" v="906" actId="207"/>
          <ac:spMkLst>
            <pc:docMk/>
            <pc:sldMk cId="1286864295" sldId="263"/>
            <ac:spMk id="2" creationId="{568CDA32-A678-E462-8AD3-0162EC3D2075}"/>
          </ac:spMkLst>
        </pc:spChg>
        <pc:spChg chg="mod">
          <ac:chgData name="olive ruth" userId="788fdbb3d6ebe1d1" providerId="LiveId" clId="{30E700FC-BCCB-4EB2-B602-A5CE93B28CD7}" dt="2026-07-27T20:04:38.864" v="1088" actId="207"/>
          <ac:spMkLst>
            <pc:docMk/>
            <pc:sldMk cId="1286864295" sldId="263"/>
            <ac:spMk id="3" creationId="{4F8AE49E-1134-5037-54F4-9D09753BB5B3}"/>
          </ac:spMkLst>
        </pc:spChg>
        <pc:graphicFrameChg chg="add del modGraphic">
          <ac:chgData name="olive ruth" userId="788fdbb3d6ebe1d1" providerId="LiveId" clId="{30E700FC-BCCB-4EB2-B602-A5CE93B28CD7}" dt="2026-07-27T19:42:12.535" v="943" actId="1032"/>
          <ac:graphicFrameMkLst>
            <pc:docMk/>
            <pc:sldMk cId="1286864295" sldId="263"/>
            <ac:graphicFrameMk id="4" creationId="{59BCE335-CB8D-61A0-1526-E65B72EBEB06}"/>
          </ac:graphicFrameMkLst>
        </pc:graphicFrameChg>
      </pc:sldChg>
      <pc:sldChg chg="addSp delSp modSp new mod ord">
        <pc:chgData name="olive ruth" userId="788fdbb3d6ebe1d1" providerId="LiveId" clId="{30E700FC-BCCB-4EB2-B602-A5CE93B28CD7}" dt="2026-07-27T20:05:34.512" v="1097" actId="14100"/>
        <pc:sldMkLst>
          <pc:docMk/>
          <pc:sldMk cId="1630056590" sldId="264"/>
        </pc:sldMkLst>
        <pc:spChg chg="mod">
          <ac:chgData name="olive ruth" userId="788fdbb3d6ebe1d1" providerId="LiveId" clId="{30E700FC-BCCB-4EB2-B602-A5CE93B28CD7}" dt="2026-07-27T19:43:51.301" v="953" actId="207"/>
          <ac:spMkLst>
            <pc:docMk/>
            <pc:sldMk cId="1630056590" sldId="264"/>
            <ac:spMk id="2" creationId="{3380DE81-2AF7-ADDC-67C3-5F2FFD4ACEC7}"/>
          </ac:spMkLst>
        </pc:spChg>
        <pc:spChg chg="del mod">
          <ac:chgData name="olive ruth" userId="788fdbb3d6ebe1d1" providerId="LiveId" clId="{30E700FC-BCCB-4EB2-B602-A5CE93B28CD7}" dt="2026-07-27T19:46:18.596" v="960"/>
          <ac:spMkLst>
            <pc:docMk/>
            <pc:sldMk cId="1630056590" sldId="264"/>
            <ac:spMk id="3" creationId="{3EDA9830-0A67-C47D-1BAB-6F3C057E54C3}"/>
          </ac:spMkLst>
        </pc:spChg>
        <pc:spChg chg="add mod">
          <ac:chgData name="olive ruth" userId="788fdbb3d6ebe1d1" providerId="LiveId" clId="{30E700FC-BCCB-4EB2-B602-A5CE93B28CD7}" dt="2026-07-27T19:58:28.472" v="1048" actId="1076"/>
          <ac:spMkLst>
            <pc:docMk/>
            <pc:sldMk cId="1630056590" sldId="264"/>
            <ac:spMk id="12" creationId="{3AD154CE-7608-A82C-661A-D16330907DB2}"/>
          </ac:spMkLst>
        </pc:spChg>
        <pc:spChg chg="add mod">
          <ac:chgData name="olive ruth" userId="788fdbb3d6ebe1d1" providerId="LiveId" clId="{30E700FC-BCCB-4EB2-B602-A5CE93B28CD7}" dt="2026-07-27T20:05:34.512" v="1097" actId="14100"/>
          <ac:spMkLst>
            <pc:docMk/>
            <pc:sldMk cId="1630056590" sldId="264"/>
            <ac:spMk id="15" creationId="{C5D25D4B-1668-A833-D79F-D13F40C6A58E}"/>
          </ac:spMkLst>
        </pc:spChg>
        <pc:picChg chg="add mod">
          <ac:chgData name="olive ruth" userId="788fdbb3d6ebe1d1" providerId="LiveId" clId="{30E700FC-BCCB-4EB2-B602-A5CE93B28CD7}" dt="2026-07-27T19:58:12.072" v="1045" actId="1076"/>
          <ac:picMkLst>
            <pc:docMk/>
            <pc:sldMk cId="1630056590" sldId="264"/>
            <ac:picMk id="4" creationId="{08451702-6DEE-EF66-CAE3-02771BBA0566}"/>
          </ac:picMkLst>
        </pc:picChg>
        <pc:picChg chg="add mod">
          <ac:chgData name="olive ruth" userId="788fdbb3d6ebe1d1" providerId="LiveId" clId="{30E700FC-BCCB-4EB2-B602-A5CE93B28CD7}" dt="2026-07-27T19:58:05.428" v="1044" actId="1076"/>
          <ac:picMkLst>
            <pc:docMk/>
            <pc:sldMk cId="1630056590" sldId="264"/>
            <ac:picMk id="5" creationId="{6EF9C91F-A9FB-7EC0-1AA5-06E0D3A999C0}"/>
          </ac:picMkLst>
        </pc:picChg>
        <pc:picChg chg="add mod">
          <ac:chgData name="olive ruth" userId="788fdbb3d6ebe1d1" providerId="LiveId" clId="{30E700FC-BCCB-4EB2-B602-A5CE93B28CD7}" dt="2026-07-27T19:57:59.139" v="1043" actId="1076"/>
          <ac:picMkLst>
            <pc:docMk/>
            <pc:sldMk cId="1630056590" sldId="264"/>
            <ac:picMk id="6" creationId="{A779E2C3-24A8-0058-E1E5-1112B1556080}"/>
          </ac:picMkLst>
        </pc:picChg>
        <pc:picChg chg="add mod">
          <ac:chgData name="olive ruth" userId="788fdbb3d6ebe1d1" providerId="LiveId" clId="{30E700FC-BCCB-4EB2-B602-A5CE93B28CD7}" dt="2026-07-27T19:48:02.834" v="976" actId="1076"/>
          <ac:picMkLst>
            <pc:docMk/>
            <pc:sldMk cId="1630056590" sldId="264"/>
            <ac:picMk id="7" creationId="{2F5B5BC0-0285-7CFC-4BE7-9DEB7E8A2EE4}"/>
          </ac:picMkLst>
        </pc:picChg>
        <pc:picChg chg="add mod">
          <ac:chgData name="olive ruth" userId="788fdbb3d6ebe1d1" providerId="LiveId" clId="{30E700FC-BCCB-4EB2-B602-A5CE93B28CD7}" dt="2026-07-27T19:49:04.968" v="990" actId="1076"/>
          <ac:picMkLst>
            <pc:docMk/>
            <pc:sldMk cId="1630056590" sldId="264"/>
            <ac:picMk id="8" creationId="{CB579B46-B529-4C27-E599-8F8D6BF08AE8}"/>
          </ac:picMkLst>
        </pc:picChg>
        <pc:picChg chg="add mod">
          <ac:chgData name="olive ruth" userId="788fdbb3d6ebe1d1" providerId="LiveId" clId="{30E700FC-BCCB-4EB2-B602-A5CE93B28CD7}" dt="2026-07-27T19:56:29.909" v="1026" actId="1076"/>
          <ac:picMkLst>
            <pc:docMk/>
            <pc:sldMk cId="1630056590" sldId="264"/>
            <ac:picMk id="9" creationId="{31360C19-CA86-0551-CDC0-7508AD7D850D}"/>
          </ac:picMkLst>
        </pc:picChg>
        <pc:picChg chg="add del">
          <ac:chgData name="olive ruth" userId="788fdbb3d6ebe1d1" providerId="LiveId" clId="{30E700FC-BCCB-4EB2-B602-A5CE93B28CD7}" dt="2026-07-27T19:50:07.917" v="1002" actId="478"/>
          <ac:picMkLst>
            <pc:docMk/>
            <pc:sldMk cId="1630056590" sldId="264"/>
            <ac:picMk id="10" creationId="{9932FCFC-A34C-245B-C90C-D345C356A71F}"/>
          </ac:picMkLst>
        </pc:picChg>
        <pc:picChg chg="add mod">
          <ac:chgData name="olive ruth" userId="788fdbb3d6ebe1d1" providerId="LiveId" clId="{30E700FC-BCCB-4EB2-B602-A5CE93B28CD7}" dt="2026-07-27T19:58:19.389" v="1047" actId="14100"/>
          <ac:picMkLst>
            <pc:docMk/>
            <pc:sldMk cId="1630056590" sldId="264"/>
            <ac:picMk id="14" creationId="{A44656B5-97C5-C3D7-98C4-39A9BFC60FA2}"/>
          </ac:picMkLst>
        </pc:picChg>
      </pc:sldChg>
      <pc:sldChg chg="addSp delSp modSp new mod">
        <pc:chgData name="olive ruth" userId="788fdbb3d6ebe1d1" providerId="LiveId" clId="{30E700FC-BCCB-4EB2-B602-A5CE93B28CD7}" dt="2026-07-27T20:03:52.950" v="1082" actId="207"/>
        <pc:sldMkLst>
          <pc:docMk/>
          <pc:sldMk cId="441332075" sldId="265"/>
        </pc:sldMkLst>
        <pc:spChg chg="mod">
          <ac:chgData name="olive ruth" userId="788fdbb3d6ebe1d1" providerId="LiveId" clId="{30E700FC-BCCB-4EB2-B602-A5CE93B28CD7}" dt="2026-07-27T20:00:14.163" v="1064" actId="207"/>
          <ac:spMkLst>
            <pc:docMk/>
            <pc:sldMk cId="441332075" sldId="265"/>
            <ac:spMk id="2" creationId="{EB5F7A52-3375-66DE-78A4-6DF5412A4871}"/>
          </ac:spMkLst>
        </pc:spChg>
        <pc:spChg chg="del mod">
          <ac:chgData name="olive ruth" userId="788fdbb3d6ebe1d1" providerId="LiveId" clId="{30E700FC-BCCB-4EB2-B602-A5CE93B28CD7}" dt="2026-07-27T20:01:13.913" v="1065" actId="3680"/>
          <ac:spMkLst>
            <pc:docMk/>
            <pc:sldMk cId="441332075" sldId="265"/>
            <ac:spMk id="3" creationId="{7169855D-BB6A-1C2E-D372-DF3F62F61C45}"/>
          </ac:spMkLst>
        </pc:spChg>
        <pc:spChg chg="add mod">
          <ac:chgData name="olive ruth" userId="788fdbb3d6ebe1d1" providerId="LiveId" clId="{30E700FC-BCCB-4EB2-B602-A5CE93B28CD7}" dt="2026-07-27T20:03:52.950" v="1082" actId="207"/>
          <ac:spMkLst>
            <pc:docMk/>
            <pc:sldMk cId="441332075" sldId="265"/>
            <ac:spMk id="6" creationId="{D5F63C36-BA43-929D-07C5-993DF213BD3A}"/>
          </ac:spMkLst>
        </pc:spChg>
        <pc:graphicFrameChg chg="add mod ord modGraphic">
          <ac:chgData name="olive ruth" userId="788fdbb3d6ebe1d1" providerId="LiveId" clId="{30E700FC-BCCB-4EB2-B602-A5CE93B28CD7}" dt="2026-07-27T20:02:20.161" v="1075" actId="113"/>
          <ac:graphicFrameMkLst>
            <pc:docMk/>
            <pc:sldMk cId="441332075" sldId="265"/>
            <ac:graphicFrameMk id="4" creationId="{D2265807-5C5B-5B4D-0F43-CE79E6757D2E}"/>
          </ac:graphicFrameMkLst>
        </pc:graphicFrameChg>
      </pc:sldChg>
      <pc:sldChg chg="addSp modSp new mod">
        <pc:chgData name="olive ruth" userId="788fdbb3d6ebe1d1" providerId="LiveId" clId="{30E700FC-BCCB-4EB2-B602-A5CE93B28CD7}" dt="2026-07-27T20:09:26.422" v="1126" actId="1076"/>
        <pc:sldMkLst>
          <pc:docMk/>
          <pc:sldMk cId="3441368822" sldId="266"/>
        </pc:sldMkLst>
        <pc:spChg chg="mod">
          <ac:chgData name="olive ruth" userId="788fdbb3d6ebe1d1" providerId="LiveId" clId="{30E700FC-BCCB-4EB2-B602-A5CE93B28CD7}" dt="2026-07-27T20:07:35.587" v="1109" actId="20578"/>
          <ac:spMkLst>
            <pc:docMk/>
            <pc:sldMk cId="3441368822" sldId="266"/>
            <ac:spMk id="2" creationId="{719694D2-E918-D1B5-7875-7F0D41043B95}"/>
          </ac:spMkLst>
        </pc:spChg>
        <pc:spChg chg="mod">
          <ac:chgData name="olive ruth" userId="788fdbb3d6ebe1d1" providerId="LiveId" clId="{30E700FC-BCCB-4EB2-B602-A5CE93B28CD7}" dt="2026-07-27T20:07:47.723" v="1111" actId="2711"/>
          <ac:spMkLst>
            <pc:docMk/>
            <pc:sldMk cId="3441368822" sldId="266"/>
            <ac:spMk id="3" creationId="{E12625BF-8F95-9860-98B6-73736DE4C6CF}"/>
          </ac:spMkLst>
        </pc:spChg>
        <pc:spChg chg="add mod">
          <ac:chgData name="olive ruth" userId="788fdbb3d6ebe1d1" providerId="LiveId" clId="{30E700FC-BCCB-4EB2-B602-A5CE93B28CD7}" dt="2026-07-27T20:09:26.422" v="1126" actId="1076"/>
          <ac:spMkLst>
            <pc:docMk/>
            <pc:sldMk cId="3441368822" sldId="266"/>
            <ac:spMk id="5" creationId="{B5836C95-57CB-5B1F-5C95-D2A4215CE433}"/>
          </ac:spMkLst>
        </pc:spChg>
      </pc:sldChg>
      <pc:sldChg chg="modSp new del">
        <pc:chgData name="olive ruth" userId="788fdbb3d6ebe1d1" providerId="LiveId" clId="{30E700FC-BCCB-4EB2-B602-A5CE93B28CD7}" dt="2026-07-27T11:19:53.677" v="28" actId="2696"/>
        <pc:sldMkLst>
          <pc:docMk/>
          <pc:sldMk cId="229596870" sldId="267"/>
        </pc:sldMkLst>
        <pc:spChg chg="mod">
          <ac:chgData name="olive ruth" userId="788fdbb3d6ebe1d1" providerId="LiveId" clId="{30E700FC-BCCB-4EB2-B602-A5CE93B28CD7}" dt="2026-07-27T11:19:17.450" v="26"/>
          <ac:spMkLst>
            <pc:docMk/>
            <pc:sldMk cId="229596870" sldId="267"/>
            <ac:spMk id="2" creationId="{09E379AF-2BD0-EF3B-4A6D-3E6849AC762F}"/>
          </ac:spMkLst>
        </pc:spChg>
        <pc:spChg chg="mod">
          <ac:chgData name="olive ruth" userId="788fdbb3d6ebe1d1" providerId="LiveId" clId="{30E700FC-BCCB-4EB2-B602-A5CE93B28CD7}" dt="2026-07-27T11:19:17.450" v="26"/>
          <ac:spMkLst>
            <pc:docMk/>
            <pc:sldMk cId="229596870" sldId="267"/>
            <ac:spMk id="3" creationId="{2BB09BA9-1532-2F8C-4AB8-832B8A723A51}"/>
          </ac:spMkLst>
        </pc:spChg>
      </pc:sldChg>
      <pc:sldChg chg="addSp delSp modSp new mod chgLayout">
        <pc:chgData name="olive ruth" userId="788fdbb3d6ebe1d1" providerId="LiveId" clId="{30E700FC-BCCB-4EB2-B602-A5CE93B28CD7}" dt="2026-07-27T18:41:41.870" v="437" actId="255"/>
        <pc:sldMkLst>
          <pc:docMk/>
          <pc:sldMk cId="2834129050" sldId="268"/>
        </pc:sldMkLst>
        <pc:spChg chg="del">
          <ac:chgData name="olive ruth" userId="788fdbb3d6ebe1d1" providerId="LiveId" clId="{30E700FC-BCCB-4EB2-B602-A5CE93B28CD7}" dt="2026-07-27T11:21:37.744" v="31" actId="700"/>
          <ac:spMkLst>
            <pc:docMk/>
            <pc:sldMk cId="2834129050" sldId="268"/>
            <ac:spMk id="2" creationId="{56B6DF0D-1A99-5D88-7333-4A282AC5D0B6}"/>
          </ac:spMkLst>
        </pc:spChg>
        <pc:spChg chg="del">
          <ac:chgData name="olive ruth" userId="788fdbb3d6ebe1d1" providerId="LiveId" clId="{30E700FC-BCCB-4EB2-B602-A5CE93B28CD7}" dt="2026-07-27T11:21:37.744" v="31" actId="700"/>
          <ac:spMkLst>
            <pc:docMk/>
            <pc:sldMk cId="2834129050" sldId="268"/>
            <ac:spMk id="3" creationId="{2A594569-BC2F-5FCB-C100-4110B0A9B78A}"/>
          </ac:spMkLst>
        </pc:spChg>
        <pc:spChg chg="add mod ord">
          <ac:chgData name="olive ruth" userId="788fdbb3d6ebe1d1" providerId="LiveId" clId="{30E700FC-BCCB-4EB2-B602-A5CE93B28CD7}" dt="2026-07-27T11:47:58.300" v="211" actId="207"/>
          <ac:spMkLst>
            <pc:docMk/>
            <pc:sldMk cId="2834129050" sldId="268"/>
            <ac:spMk id="4" creationId="{3332BC77-8EAE-351B-1962-08DC191F3937}"/>
          </ac:spMkLst>
        </pc:spChg>
        <pc:spChg chg="add mod ord">
          <ac:chgData name="olive ruth" userId="788fdbb3d6ebe1d1" providerId="LiveId" clId="{30E700FC-BCCB-4EB2-B602-A5CE93B28CD7}" dt="2026-07-27T18:41:41.870" v="437" actId="255"/>
          <ac:spMkLst>
            <pc:docMk/>
            <pc:sldMk cId="2834129050" sldId="268"/>
            <ac:spMk id="5" creationId="{3F92F445-1B68-B87D-95DB-66CBA0A96C35}"/>
          </ac:spMkLst>
        </pc:spChg>
        <pc:picChg chg="add mod">
          <ac:chgData name="olive ruth" userId="788fdbb3d6ebe1d1" providerId="LiveId" clId="{30E700FC-BCCB-4EB2-B602-A5CE93B28CD7}" dt="2026-07-27T11:56:56.987" v="247" actId="1076"/>
          <ac:picMkLst>
            <pc:docMk/>
            <pc:sldMk cId="2834129050" sldId="268"/>
            <ac:picMk id="7" creationId="{343EE553-F434-7AE4-9414-942CA54E44EC}"/>
          </ac:picMkLst>
        </pc:picChg>
      </pc:sldChg>
      <pc:sldMasterChg chg="setBg">
        <pc:chgData name="olive ruth" userId="788fdbb3d6ebe1d1" providerId="LiveId" clId="{30E700FC-BCCB-4EB2-B602-A5CE93B28CD7}" dt="2026-07-27T11:17:37.944" v="11"/>
        <pc:sldMasterMkLst>
          <pc:docMk/>
          <pc:sldMasterMk cId="164584641" sldId="2147483756"/>
        </pc:sldMasterMkLst>
      </pc:sldMasterChg>
      <pc:sldMasterChg chg="setBg">
        <pc:chgData name="olive ruth" userId="788fdbb3d6ebe1d1" providerId="LiveId" clId="{30E700FC-BCCB-4EB2-B602-A5CE93B28CD7}" dt="2026-07-27T11:45:44.016" v="204"/>
        <pc:sldMasterMkLst>
          <pc:docMk/>
          <pc:sldMasterMk cId="2294282527" sldId="2147484008"/>
        </pc:sldMasterMkLst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972B1D3-C123-4334-82C7-6A734176FA3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3E75B42-0BDB-44AB-BAFC-6F079D7319AE}">
      <dgm:prSet/>
      <dgm:spPr/>
      <dgm:t>
        <a:bodyPr/>
        <a:lstStyle/>
        <a:p>
          <a:r>
            <a: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Develop a machine learning–based credit risk analytics platform. </a:t>
          </a:r>
        </a:p>
      </dgm:t>
    </dgm:pt>
    <dgm:pt modelId="{693F9C61-5319-43B0-B10B-FB19636B056F}" type="parTrans" cxnId="{AD371E59-C949-4A9A-AE95-2C275B967F82}">
      <dgm:prSet/>
      <dgm:spPr/>
      <dgm:t>
        <a:bodyPr/>
        <a:lstStyle/>
        <a:p>
          <a:endParaRPr lang="en-IN"/>
        </a:p>
      </dgm:t>
    </dgm:pt>
    <dgm:pt modelId="{D112D335-2079-445E-926F-3B974D8F0CD9}" type="sibTrans" cxnId="{AD371E59-C949-4A9A-AE95-2C275B967F82}">
      <dgm:prSet/>
      <dgm:spPr/>
      <dgm:t>
        <a:bodyPr/>
        <a:lstStyle/>
        <a:p>
          <a:endParaRPr lang="en-IN"/>
        </a:p>
      </dgm:t>
    </dgm:pt>
    <dgm:pt modelId="{A8122024-FDCE-4820-9AA8-C25939A789AE}">
      <dgm:prSet/>
      <dgm:spPr/>
      <dgm:t>
        <a:bodyPr/>
        <a:lstStyle/>
        <a:p>
          <a:r>
            <a: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Analyze customer, credit history, and loan application data. </a:t>
          </a:r>
          <a:endParaRPr lang="en-IN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99235AA3-CE09-44E5-8695-4299347113D3}" type="parTrans" cxnId="{6368A20A-9FFB-4E56-BD8C-1BE784E608FA}">
      <dgm:prSet/>
      <dgm:spPr/>
      <dgm:t>
        <a:bodyPr/>
        <a:lstStyle/>
        <a:p>
          <a:endParaRPr lang="en-IN"/>
        </a:p>
      </dgm:t>
    </dgm:pt>
    <dgm:pt modelId="{31AF6D29-9675-4F99-B028-9C8E27BB3E39}" type="sibTrans" cxnId="{6368A20A-9FFB-4E56-BD8C-1BE784E608FA}">
      <dgm:prSet/>
      <dgm:spPr/>
      <dgm:t>
        <a:bodyPr/>
        <a:lstStyle/>
        <a:p>
          <a:endParaRPr lang="en-IN"/>
        </a:p>
      </dgm:t>
    </dgm:pt>
    <dgm:pt modelId="{E31DDF0E-13AC-48C2-AE3C-8461D6C96700}">
      <dgm:prSet/>
      <dgm:spPr/>
      <dgm:t>
        <a:bodyPr/>
        <a:lstStyle/>
        <a:p>
          <a:r>
            <a: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Predict loan approval using the Random Forest algorithm. </a:t>
          </a:r>
          <a:endParaRPr lang="en-IN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403AD8A4-DAC1-4BFF-A529-8E147FCA72C0}" type="parTrans" cxnId="{8872BD87-666F-4FB2-B8A9-6C4070D856A2}">
      <dgm:prSet/>
      <dgm:spPr/>
      <dgm:t>
        <a:bodyPr/>
        <a:lstStyle/>
        <a:p>
          <a:endParaRPr lang="en-IN"/>
        </a:p>
      </dgm:t>
    </dgm:pt>
    <dgm:pt modelId="{75E5B231-78BE-4DC3-AA03-643321D025CE}" type="sibTrans" cxnId="{8872BD87-666F-4FB2-B8A9-6C4070D856A2}">
      <dgm:prSet/>
      <dgm:spPr/>
      <dgm:t>
        <a:bodyPr/>
        <a:lstStyle/>
        <a:p>
          <a:endParaRPr lang="en-IN"/>
        </a:p>
      </dgm:t>
    </dgm:pt>
    <dgm:pt modelId="{1A6E4643-F573-43BE-9882-F338F08E195A}">
      <dgm:prSet/>
      <dgm:spPr/>
      <dgm:t>
        <a:bodyPr/>
        <a:lstStyle/>
        <a:p>
          <a:r>
            <a: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Classify customers into different risk categories. </a:t>
          </a:r>
          <a:endParaRPr lang="en-IN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7FF58496-BEBD-467B-BE64-81823BCAA667}" type="parTrans" cxnId="{E40ADF32-26A2-4C7E-862C-7E8BA2FACB0E}">
      <dgm:prSet/>
      <dgm:spPr/>
      <dgm:t>
        <a:bodyPr/>
        <a:lstStyle/>
        <a:p>
          <a:endParaRPr lang="en-IN"/>
        </a:p>
      </dgm:t>
    </dgm:pt>
    <dgm:pt modelId="{99648DBE-695B-445F-ABC6-EC6B03FA34CD}" type="sibTrans" cxnId="{E40ADF32-26A2-4C7E-862C-7E8BA2FACB0E}">
      <dgm:prSet/>
      <dgm:spPr/>
      <dgm:t>
        <a:bodyPr/>
        <a:lstStyle/>
        <a:p>
          <a:endParaRPr lang="en-IN"/>
        </a:p>
      </dgm:t>
    </dgm:pt>
    <dgm:pt modelId="{3677CC86-B0E6-4425-859B-559D3A18C7EB}">
      <dgm:prSet/>
      <dgm:spPr/>
      <dgm:t>
        <a:bodyPr/>
        <a:lstStyle/>
        <a:p>
          <a:r>
            <a: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Build an interactive Streamlit dashboard for data visualization. </a:t>
          </a:r>
          <a:endParaRPr lang="en-IN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AC9A048B-280B-4EAA-A6F9-0147657FBC58}" type="parTrans" cxnId="{EFB49D69-02C1-4D09-80CA-136FAD68C6F9}">
      <dgm:prSet/>
      <dgm:spPr/>
      <dgm:t>
        <a:bodyPr/>
        <a:lstStyle/>
        <a:p>
          <a:endParaRPr lang="en-IN"/>
        </a:p>
      </dgm:t>
    </dgm:pt>
    <dgm:pt modelId="{681E1001-F4EE-4C2C-889E-EA6B589AF19B}" type="sibTrans" cxnId="{EFB49D69-02C1-4D09-80CA-136FAD68C6F9}">
      <dgm:prSet/>
      <dgm:spPr/>
      <dgm:t>
        <a:bodyPr/>
        <a:lstStyle/>
        <a:p>
          <a:endParaRPr lang="en-IN"/>
        </a:p>
      </dgm:t>
    </dgm:pt>
    <dgm:pt modelId="{850683C2-7CD4-4278-B9F4-E1D76CD75E31}">
      <dgm:prSet/>
      <dgm:spPr/>
      <dgm:t>
        <a:bodyPr/>
        <a:lstStyle/>
        <a:p>
          <a:r>
            <a: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Support faster and more informed loan approval decisions. </a:t>
          </a:r>
          <a:endParaRPr lang="en-IN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F6FF2FA2-3D67-4A82-8B15-5F1364EC9723}" type="sibTrans" cxnId="{7DA31ABC-7E1D-45DE-A056-F5692C17BB1A}">
      <dgm:prSet/>
      <dgm:spPr/>
      <dgm:t>
        <a:bodyPr/>
        <a:lstStyle/>
        <a:p>
          <a:endParaRPr lang="en-IN"/>
        </a:p>
      </dgm:t>
    </dgm:pt>
    <dgm:pt modelId="{168051E6-0DCE-481A-9353-02BA3BD42033}" type="parTrans" cxnId="{7DA31ABC-7E1D-45DE-A056-F5692C17BB1A}">
      <dgm:prSet/>
      <dgm:spPr/>
      <dgm:t>
        <a:bodyPr/>
        <a:lstStyle/>
        <a:p>
          <a:endParaRPr lang="en-IN"/>
        </a:p>
      </dgm:t>
    </dgm:pt>
    <dgm:pt modelId="{EA76B9BF-22A3-4E54-BDCD-9A341C07BCC1}" type="pres">
      <dgm:prSet presAssocID="{C972B1D3-C123-4334-82C7-6A734176FA34}" presName="linear" presStyleCnt="0">
        <dgm:presLayoutVars>
          <dgm:animLvl val="lvl"/>
          <dgm:resizeHandles val="exact"/>
        </dgm:presLayoutVars>
      </dgm:prSet>
      <dgm:spPr/>
    </dgm:pt>
    <dgm:pt modelId="{B83953BD-9BBB-4632-80E5-E2FA4CB69EC9}" type="pres">
      <dgm:prSet presAssocID="{93E75B42-0BDB-44AB-BAFC-6F079D7319AE}" presName="parentText" presStyleLbl="node1" presStyleIdx="0" presStyleCnt="6" custLinFactNeighborX="-242" custLinFactNeighborY="24387">
        <dgm:presLayoutVars>
          <dgm:chMax val="0"/>
          <dgm:bulletEnabled val="1"/>
        </dgm:presLayoutVars>
      </dgm:prSet>
      <dgm:spPr/>
    </dgm:pt>
    <dgm:pt modelId="{3F2C2395-C474-49F0-8B71-2C13F3585463}" type="pres">
      <dgm:prSet presAssocID="{D112D335-2079-445E-926F-3B974D8F0CD9}" presName="spacer" presStyleCnt="0"/>
      <dgm:spPr/>
    </dgm:pt>
    <dgm:pt modelId="{E417A91F-CE07-49DA-8EF6-61A0DD6B82F4}" type="pres">
      <dgm:prSet presAssocID="{A8122024-FDCE-4820-9AA8-C25939A789AE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89A1A742-6152-40F4-921D-B7C9A826BE23}" type="pres">
      <dgm:prSet presAssocID="{31AF6D29-9675-4F99-B028-9C8E27BB3E39}" presName="spacer" presStyleCnt="0"/>
      <dgm:spPr/>
    </dgm:pt>
    <dgm:pt modelId="{4FE6269D-D69E-4CB7-9FE1-A7CCB2C11013}" type="pres">
      <dgm:prSet presAssocID="{E31DDF0E-13AC-48C2-AE3C-8461D6C96700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68BA5513-3292-477F-8FC4-43BBE7817DA6}" type="pres">
      <dgm:prSet presAssocID="{75E5B231-78BE-4DC3-AA03-643321D025CE}" presName="spacer" presStyleCnt="0"/>
      <dgm:spPr/>
    </dgm:pt>
    <dgm:pt modelId="{AAA9BA08-CE79-442E-AFBD-05AD1CA53FBC}" type="pres">
      <dgm:prSet presAssocID="{1A6E4643-F573-43BE-9882-F338F08E195A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9252BF51-13DE-4C00-BB61-1012B2250F23}" type="pres">
      <dgm:prSet presAssocID="{99648DBE-695B-445F-ABC6-EC6B03FA34CD}" presName="spacer" presStyleCnt="0"/>
      <dgm:spPr/>
    </dgm:pt>
    <dgm:pt modelId="{77C85F80-7DCD-4E4B-95C5-50C2FB0356BF}" type="pres">
      <dgm:prSet presAssocID="{3677CC86-B0E6-4425-859B-559D3A18C7EB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E2245DA1-A256-4004-B7B7-C5E19B110D08}" type="pres">
      <dgm:prSet presAssocID="{681E1001-F4EE-4C2C-889E-EA6B589AF19B}" presName="spacer" presStyleCnt="0"/>
      <dgm:spPr/>
    </dgm:pt>
    <dgm:pt modelId="{B9DC8530-A16C-400D-A87D-DA7A0BC98E85}" type="pres">
      <dgm:prSet presAssocID="{850683C2-7CD4-4278-B9F4-E1D76CD75E31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6368A20A-9FFB-4E56-BD8C-1BE784E608FA}" srcId="{C972B1D3-C123-4334-82C7-6A734176FA34}" destId="{A8122024-FDCE-4820-9AA8-C25939A789AE}" srcOrd="1" destOrd="0" parTransId="{99235AA3-CE09-44E5-8695-4299347113D3}" sibTransId="{31AF6D29-9675-4F99-B028-9C8E27BB3E39}"/>
    <dgm:cxn modelId="{AA27000C-7473-4FA3-98A4-5EF857A94B00}" type="presOf" srcId="{93E75B42-0BDB-44AB-BAFC-6F079D7319AE}" destId="{B83953BD-9BBB-4632-80E5-E2FA4CB69EC9}" srcOrd="0" destOrd="0" presId="urn:microsoft.com/office/officeart/2005/8/layout/vList2"/>
    <dgm:cxn modelId="{E40ADF32-26A2-4C7E-862C-7E8BA2FACB0E}" srcId="{C972B1D3-C123-4334-82C7-6A734176FA34}" destId="{1A6E4643-F573-43BE-9882-F338F08E195A}" srcOrd="3" destOrd="0" parTransId="{7FF58496-BEBD-467B-BE64-81823BCAA667}" sibTransId="{99648DBE-695B-445F-ABC6-EC6B03FA34CD}"/>
    <dgm:cxn modelId="{DB61345F-664F-476E-91A2-2A35D07BBD97}" type="presOf" srcId="{3677CC86-B0E6-4425-859B-559D3A18C7EB}" destId="{77C85F80-7DCD-4E4B-95C5-50C2FB0356BF}" srcOrd="0" destOrd="0" presId="urn:microsoft.com/office/officeart/2005/8/layout/vList2"/>
    <dgm:cxn modelId="{EFB49D69-02C1-4D09-80CA-136FAD68C6F9}" srcId="{C972B1D3-C123-4334-82C7-6A734176FA34}" destId="{3677CC86-B0E6-4425-859B-559D3A18C7EB}" srcOrd="4" destOrd="0" parTransId="{AC9A048B-280B-4EAA-A6F9-0147657FBC58}" sibTransId="{681E1001-F4EE-4C2C-889E-EA6B589AF19B}"/>
    <dgm:cxn modelId="{AD371E59-C949-4A9A-AE95-2C275B967F82}" srcId="{C972B1D3-C123-4334-82C7-6A734176FA34}" destId="{93E75B42-0BDB-44AB-BAFC-6F079D7319AE}" srcOrd="0" destOrd="0" parTransId="{693F9C61-5319-43B0-B10B-FB19636B056F}" sibTransId="{D112D335-2079-445E-926F-3B974D8F0CD9}"/>
    <dgm:cxn modelId="{8872BD87-666F-4FB2-B8A9-6C4070D856A2}" srcId="{C972B1D3-C123-4334-82C7-6A734176FA34}" destId="{E31DDF0E-13AC-48C2-AE3C-8461D6C96700}" srcOrd="2" destOrd="0" parTransId="{403AD8A4-DAC1-4BFF-A529-8E147FCA72C0}" sibTransId="{75E5B231-78BE-4DC3-AA03-643321D025CE}"/>
    <dgm:cxn modelId="{DF9ED0B1-0AD0-4E71-B27E-22F38A30C7E2}" type="presOf" srcId="{E31DDF0E-13AC-48C2-AE3C-8461D6C96700}" destId="{4FE6269D-D69E-4CB7-9FE1-A7CCB2C11013}" srcOrd="0" destOrd="0" presId="urn:microsoft.com/office/officeart/2005/8/layout/vList2"/>
    <dgm:cxn modelId="{F11FB6B4-8FC1-44CB-8990-B74905D08994}" type="presOf" srcId="{C972B1D3-C123-4334-82C7-6A734176FA34}" destId="{EA76B9BF-22A3-4E54-BDCD-9A341C07BCC1}" srcOrd="0" destOrd="0" presId="urn:microsoft.com/office/officeart/2005/8/layout/vList2"/>
    <dgm:cxn modelId="{042C79B9-FF2A-40C3-BD39-814DD56887CE}" type="presOf" srcId="{1A6E4643-F573-43BE-9882-F338F08E195A}" destId="{AAA9BA08-CE79-442E-AFBD-05AD1CA53FBC}" srcOrd="0" destOrd="0" presId="urn:microsoft.com/office/officeart/2005/8/layout/vList2"/>
    <dgm:cxn modelId="{7DA31ABC-7E1D-45DE-A056-F5692C17BB1A}" srcId="{C972B1D3-C123-4334-82C7-6A734176FA34}" destId="{850683C2-7CD4-4278-B9F4-E1D76CD75E31}" srcOrd="5" destOrd="0" parTransId="{168051E6-0DCE-481A-9353-02BA3BD42033}" sibTransId="{F6FF2FA2-3D67-4A82-8B15-5F1364EC9723}"/>
    <dgm:cxn modelId="{CC34FBCF-68BF-4B4E-B3FE-83DAF37D52A6}" type="presOf" srcId="{A8122024-FDCE-4820-9AA8-C25939A789AE}" destId="{E417A91F-CE07-49DA-8EF6-61A0DD6B82F4}" srcOrd="0" destOrd="0" presId="urn:microsoft.com/office/officeart/2005/8/layout/vList2"/>
    <dgm:cxn modelId="{23F59FDD-6555-47F2-8221-102F781443C4}" type="presOf" srcId="{850683C2-7CD4-4278-B9F4-E1D76CD75E31}" destId="{B9DC8530-A16C-400D-A87D-DA7A0BC98E85}" srcOrd="0" destOrd="0" presId="urn:microsoft.com/office/officeart/2005/8/layout/vList2"/>
    <dgm:cxn modelId="{F84812B3-56FA-4A1A-AEA9-6B3EB6E26CFC}" type="presParOf" srcId="{EA76B9BF-22A3-4E54-BDCD-9A341C07BCC1}" destId="{B83953BD-9BBB-4632-80E5-E2FA4CB69EC9}" srcOrd="0" destOrd="0" presId="urn:microsoft.com/office/officeart/2005/8/layout/vList2"/>
    <dgm:cxn modelId="{699D9569-BEFF-4B7B-8C42-D26F454E3D3F}" type="presParOf" srcId="{EA76B9BF-22A3-4E54-BDCD-9A341C07BCC1}" destId="{3F2C2395-C474-49F0-8B71-2C13F3585463}" srcOrd="1" destOrd="0" presId="urn:microsoft.com/office/officeart/2005/8/layout/vList2"/>
    <dgm:cxn modelId="{3A137542-E562-473B-A90C-BCF5FA572675}" type="presParOf" srcId="{EA76B9BF-22A3-4E54-BDCD-9A341C07BCC1}" destId="{E417A91F-CE07-49DA-8EF6-61A0DD6B82F4}" srcOrd="2" destOrd="0" presId="urn:microsoft.com/office/officeart/2005/8/layout/vList2"/>
    <dgm:cxn modelId="{D4BF72BD-F827-4634-AAC6-790265A4C7F3}" type="presParOf" srcId="{EA76B9BF-22A3-4E54-BDCD-9A341C07BCC1}" destId="{89A1A742-6152-40F4-921D-B7C9A826BE23}" srcOrd="3" destOrd="0" presId="urn:microsoft.com/office/officeart/2005/8/layout/vList2"/>
    <dgm:cxn modelId="{A3A08E8F-875E-4C5B-8890-3375E878E925}" type="presParOf" srcId="{EA76B9BF-22A3-4E54-BDCD-9A341C07BCC1}" destId="{4FE6269D-D69E-4CB7-9FE1-A7CCB2C11013}" srcOrd="4" destOrd="0" presId="urn:microsoft.com/office/officeart/2005/8/layout/vList2"/>
    <dgm:cxn modelId="{E2F86D44-AF17-494C-A760-0D982524DDAA}" type="presParOf" srcId="{EA76B9BF-22A3-4E54-BDCD-9A341C07BCC1}" destId="{68BA5513-3292-477F-8FC4-43BBE7817DA6}" srcOrd="5" destOrd="0" presId="urn:microsoft.com/office/officeart/2005/8/layout/vList2"/>
    <dgm:cxn modelId="{2A560877-28EE-4C54-9971-77B2442BD13A}" type="presParOf" srcId="{EA76B9BF-22A3-4E54-BDCD-9A341C07BCC1}" destId="{AAA9BA08-CE79-442E-AFBD-05AD1CA53FBC}" srcOrd="6" destOrd="0" presId="urn:microsoft.com/office/officeart/2005/8/layout/vList2"/>
    <dgm:cxn modelId="{CA1E1F38-76DB-4A41-878C-E4E88C05FEBD}" type="presParOf" srcId="{EA76B9BF-22A3-4E54-BDCD-9A341C07BCC1}" destId="{9252BF51-13DE-4C00-BB61-1012B2250F23}" srcOrd="7" destOrd="0" presId="urn:microsoft.com/office/officeart/2005/8/layout/vList2"/>
    <dgm:cxn modelId="{FE17B8EC-5772-433C-9A3A-C7A8AEC4B22C}" type="presParOf" srcId="{EA76B9BF-22A3-4E54-BDCD-9A341C07BCC1}" destId="{77C85F80-7DCD-4E4B-95C5-50C2FB0356BF}" srcOrd="8" destOrd="0" presId="urn:microsoft.com/office/officeart/2005/8/layout/vList2"/>
    <dgm:cxn modelId="{08CA4AE2-EA28-4C0D-B2C2-46D3205BD47C}" type="presParOf" srcId="{EA76B9BF-22A3-4E54-BDCD-9A341C07BCC1}" destId="{E2245DA1-A256-4004-B7B7-C5E19B110D08}" srcOrd="9" destOrd="0" presId="urn:microsoft.com/office/officeart/2005/8/layout/vList2"/>
    <dgm:cxn modelId="{BBE6A091-5D28-490D-98DE-4441A532143C}" type="presParOf" srcId="{EA76B9BF-22A3-4E54-BDCD-9A341C07BCC1}" destId="{B9DC8530-A16C-400D-A87D-DA7A0BC98E85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65647F0-AA72-48F1-9DAC-B2AE798A398B}" type="doc">
      <dgm:prSet loTypeId="urn:microsoft.com/office/officeart/2005/8/layout/lProcess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B297607-F666-4863-A757-1BB386701E07}">
      <dgm:prSet phldrT="[Text]" custT="1"/>
      <dgm:spPr/>
      <dgm:t>
        <a:bodyPr/>
        <a:lstStyle/>
        <a:p>
          <a:pPr>
            <a:buNone/>
          </a:pPr>
          <a:r>
            <a: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Customers Dataset</a:t>
          </a:r>
        </a:p>
      </dgm:t>
    </dgm:pt>
    <dgm:pt modelId="{DB864977-2922-4F01-8642-38EFA10566C7}" type="parTrans" cxnId="{580142C9-16FC-4A5C-ABD1-F3273B15C9CD}">
      <dgm:prSet/>
      <dgm:spPr/>
      <dgm:t>
        <a:bodyPr/>
        <a:lstStyle/>
        <a:p>
          <a:endParaRPr lang="en-IN"/>
        </a:p>
      </dgm:t>
    </dgm:pt>
    <dgm:pt modelId="{39FDF6B1-AC80-4D44-BFA7-28D364575DBC}" type="sibTrans" cxnId="{580142C9-16FC-4A5C-ABD1-F3273B15C9CD}">
      <dgm:prSet/>
      <dgm:spPr/>
      <dgm:t>
        <a:bodyPr/>
        <a:lstStyle/>
        <a:p>
          <a:endParaRPr lang="en-IN"/>
        </a:p>
      </dgm:t>
    </dgm:pt>
    <dgm:pt modelId="{ED04F416-7FC1-442E-8FF2-8F008AF31CED}">
      <dgm:prSet phldrT="[Text]" custT="1"/>
      <dgm:spPr/>
      <dgm:t>
        <a:bodyPr/>
        <a:lstStyle/>
        <a:p>
          <a:pPr>
            <a:buNone/>
          </a:pPr>
          <a:r>
            <a:rPr lang="en-IN" sz="2300" dirty="0"/>
            <a:t>  </a:t>
          </a:r>
          <a:r>
            <a: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Customer ID</a:t>
          </a:r>
        </a:p>
        <a:p>
          <a:pPr>
            <a:buNone/>
          </a:pPr>
          <a:r>
            <a: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Name </a:t>
          </a:r>
        </a:p>
        <a:p>
          <a:pPr>
            <a:buNone/>
          </a:pPr>
          <a:r>
            <a: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Age </a:t>
          </a:r>
        </a:p>
        <a:p>
          <a:pPr>
            <a:buNone/>
          </a:pPr>
          <a:r>
            <a: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Gender </a:t>
          </a:r>
        </a:p>
        <a:p>
          <a:pPr>
            <a:buNone/>
          </a:pPr>
          <a:r>
            <a: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Employment Type </a:t>
          </a:r>
        </a:p>
        <a:p>
          <a:pPr>
            <a:buNone/>
          </a:pPr>
          <a:r>
            <a: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Annual Income </a:t>
          </a:r>
        </a:p>
        <a:p>
          <a:pPr>
            <a:buNone/>
          </a:pPr>
          <a:r>
            <a: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City &amp; State</a:t>
          </a:r>
        </a:p>
      </dgm:t>
    </dgm:pt>
    <dgm:pt modelId="{FB650A50-8EFA-498B-9B2F-FC6EA9623C82}" type="parTrans" cxnId="{F21FDAAF-5763-4866-8823-64F11AC01F44}">
      <dgm:prSet/>
      <dgm:spPr/>
      <dgm:t>
        <a:bodyPr/>
        <a:lstStyle/>
        <a:p>
          <a:endParaRPr lang="en-IN"/>
        </a:p>
      </dgm:t>
    </dgm:pt>
    <dgm:pt modelId="{B6DFFFAF-2489-4128-95F1-F60229DEF418}" type="sibTrans" cxnId="{F21FDAAF-5763-4866-8823-64F11AC01F44}">
      <dgm:prSet/>
      <dgm:spPr/>
      <dgm:t>
        <a:bodyPr/>
        <a:lstStyle/>
        <a:p>
          <a:endParaRPr lang="en-IN"/>
        </a:p>
      </dgm:t>
    </dgm:pt>
    <dgm:pt modelId="{26E771F4-D8C7-403A-A85F-52E5486555FD}">
      <dgm:prSet phldrT="[Text]" custT="1"/>
      <dgm:spPr/>
      <dgm:t>
        <a:bodyPr/>
        <a:lstStyle/>
        <a:p>
          <a:pPr>
            <a:buNone/>
          </a:pPr>
          <a:r>
            <a: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Credit History Dataset</a:t>
          </a:r>
          <a:endParaRPr lang="en-IN" sz="20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9916ED30-91AF-4E96-B054-0A898F1195B4}" type="parTrans" cxnId="{028EB681-26A9-4D3E-86FB-E9EDF3EC29AA}">
      <dgm:prSet/>
      <dgm:spPr/>
      <dgm:t>
        <a:bodyPr/>
        <a:lstStyle/>
        <a:p>
          <a:endParaRPr lang="en-IN"/>
        </a:p>
      </dgm:t>
    </dgm:pt>
    <dgm:pt modelId="{3380CD12-4061-4BEA-80EB-BA15CA258FB1}" type="sibTrans" cxnId="{028EB681-26A9-4D3E-86FB-E9EDF3EC29AA}">
      <dgm:prSet/>
      <dgm:spPr/>
      <dgm:t>
        <a:bodyPr/>
        <a:lstStyle/>
        <a:p>
          <a:endParaRPr lang="en-IN"/>
        </a:p>
      </dgm:t>
    </dgm:pt>
    <dgm:pt modelId="{26C2B420-5CE9-4093-B94B-6E88E59BAA8A}">
      <dgm:prSet phldrT="[Text]" custT="1"/>
      <dgm:spPr/>
      <dgm:t>
        <a:bodyPr/>
        <a:lstStyle/>
        <a:p>
          <a:pPr>
            <a:buNone/>
          </a:pPr>
          <a:r>
            <a: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  Credit Score</a:t>
          </a:r>
        </a:p>
        <a:p>
          <a:pPr>
            <a:buNone/>
          </a:pPr>
          <a:r>
            <a: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Credit Utilization Ratio</a:t>
          </a:r>
        </a:p>
        <a:p>
          <a:pPr>
            <a:buNone/>
          </a:pPr>
          <a:r>
            <a: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Open Accounts</a:t>
          </a:r>
        </a:p>
        <a:p>
          <a:pPr>
            <a:buNone/>
          </a:pPr>
          <a:r>
            <a: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Late Payments </a:t>
          </a:r>
        </a:p>
        <a:p>
          <a:pPr>
            <a:buNone/>
          </a:pPr>
          <a:r>
            <a: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Bankruptcies </a:t>
          </a:r>
        </a:p>
        <a:p>
          <a:pPr>
            <a:buNone/>
          </a:pPr>
          <a:r>
            <a: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Outstanding Debt</a:t>
          </a:r>
        </a:p>
      </dgm:t>
    </dgm:pt>
    <dgm:pt modelId="{12588448-5793-43E5-9B24-0B420647966D}" type="parTrans" cxnId="{F0068281-AA38-4AE0-A523-BB6D82B4BE3E}">
      <dgm:prSet/>
      <dgm:spPr/>
      <dgm:t>
        <a:bodyPr/>
        <a:lstStyle/>
        <a:p>
          <a:endParaRPr lang="en-IN"/>
        </a:p>
      </dgm:t>
    </dgm:pt>
    <dgm:pt modelId="{E158D88D-C8CC-4058-BEAD-5EE9085935ED}" type="sibTrans" cxnId="{F0068281-AA38-4AE0-A523-BB6D82B4BE3E}">
      <dgm:prSet/>
      <dgm:spPr/>
      <dgm:t>
        <a:bodyPr/>
        <a:lstStyle/>
        <a:p>
          <a:endParaRPr lang="en-IN"/>
        </a:p>
      </dgm:t>
    </dgm:pt>
    <dgm:pt modelId="{A0E7194C-05D5-4623-A2BA-1FB92BAD856D}">
      <dgm:prSet phldrT="[Text]" custT="1"/>
      <dgm:spPr/>
      <dgm:t>
        <a:bodyPr/>
        <a:lstStyle/>
        <a:p>
          <a:pPr>
            <a:buNone/>
          </a:pPr>
          <a:r>
            <a: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Loan Applications Dataset</a:t>
          </a:r>
        </a:p>
      </dgm:t>
    </dgm:pt>
    <dgm:pt modelId="{A50F728B-21E4-4C20-B789-B970AE6DB64E}" type="parTrans" cxnId="{AE42E598-1FAD-4BF5-88C6-6F2013BF6308}">
      <dgm:prSet/>
      <dgm:spPr/>
      <dgm:t>
        <a:bodyPr/>
        <a:lstStyle/>
        <a:p>
          <a:endParaRPr lang="en-IN"/>
        </a:p>
      </dgm:t>
    </dgm:pt>
    <dgm:pt modelId="{1357BC09-58C8-459B-A4DC-0FD7E5F82266}" type="sibTrans" cxnId="{AE42E598-1FAD-4BF5-88C6-6F2013BF6308}">
      <dgm:prSet/>
      <dgm:spPr/>
      <dgm:t>
        <a:bodyPr/>
        <a:lstStyle/>
        <a:p>
          <a:endParaRPr lang="en-IN"/>
        </a:p>
      </dgm:t>
    </dgm:pt>
    <dgm:pt modelId="{E7F99268-FC4A-4B64-962B-BF448420C73E}">
      <dgm:prSet phldrT="[Text]" custT="1"/>
      <dgm:spPr/>
      <dgm:t>
        <a:bodyPr/>
        <a:lstStyle/>
        <a:p>
          <a:pPr>
            <a:buNone/>
          </a:pPr>
          <a:r>
            <a:rPr lang="en-IN" sz="2600" dirty="0"/>
            <a:t>   </a:t>
          </a:r>
          <a:r>
            <a: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Loan Type </a:t>
          </a:r>
        </a:p>
        <a:p>
          <a:pPr>
            <a:buNone/>
          </a:pPr>
          <a:r>
            <a: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Requested Amount </a:t>
          </a:r>
        </a:p>
        <a:p>
          <a:pPr>
            <a:buNone/>
          </a:pPr>
          <a:r>
            <a: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Interest Rate </a:t>
          </a:r>
        </a:p>
        <a:p>
          <a:pPr>
            <a:buNone/>
          </a:pPr>
          <a:r>
            <a: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Loan Term</a:t>
          </a:r>
        </a:p>
        <a:p>
          <a:pPr>
            <a:buNone/>
          </a:pPr>
          <a:r>
            <a: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Approval Status </a:t>
          </a:r>
        </a:p>
        <a:p>
          <a:pPr>
            <a:buNone/>
          </a:pPr>
          <a:r>
            <a: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Loan Default</a:t>
          </a:r>
        </a:p>
      </dgm:t>
    </dgm:pt>
    <dgm:pt modelId="{4CC48DFF-BC0D-4770-B458-E4FE45F77B9E}" type="parTrans" cxnId="{0C33845D-18F5-4005-AEF1-0E38AF74C87F}">
      <dgm:prSet/>
      <dgm:spPr/>
      <dgm:t>
        <a:bodyPr/>
        <a:lstStyle/>
        <a:p>
          <a:endParaRPr lang="en-IN"/>
        </a:p>
      </dgm:t>
    </dgm:pt>
    <dgm:pt modelId="{BC3AE502-4137-4F91-A3F3-AE3E7EFE3874}" type="sibTrans" cxnId="{0C33845D-18F5-4005-AEF1-0E38AF74C87F}">
      <dgm:prSet/>
      <dgm:spPr/>
      <dgm:t>
        <a:bodyPr/>
        <a:lstStyle/>
        <a:p>
          <a:endParaRPr lang="en-IN"/>
        </a:p>
      </dgm:t>
    </dgm:pt>
    <dgm:pt modelId="{6873D763-1784-4592-A231-B090934CD148}" type="pres">
      <dgm:prSet presAssocID="{F65647F0-AA72-48F1-9DAC-B2AE798A398B}" presName="theList" presStyleCnt="0">
        <dgm:presLayoutVars>
          <dgm:dir/>
          <dgm:animLvl val="lvl"/>
          <dgm:resizeHandles val="exact"/>
        </dgm:presLayoutVars>
      </dgm:prSet>
      <dgm:spPr/>
    </dgm:pt>
    <dgm:pt modelId="{DD5FAA2C-5E59-463A-95BF-74B17CFCB0E7}" type="pres">
      <dgm:prSet presAssocID="{AB297607-F666-4863-A757-1BB386701E07}" presName="compNode" presStyleCnt="0"/>
      <dgm:spPr/>
    </dgm:pt>
    <dgm:pt modelId="{FA190E2E-2533-472B-B537-98B6E98C04CA}" type="pres">
      <dgm:prSet presAssocID="{AB297607-F666-4863-A757-1BB386701E07}" presName="aNode" presStyleLbl="bgShp" presStyleIdx="0" presStyleCnt="3"/>
      <dgm:spPr/>
    </dgm:pt>
    <dgm:pt modelId="{A6925DC9-9628-488D-92B5-17097E6F3512}" type="pres">
      <dgm:prSet presAssocID="{AB297607-F666-4863-A757-1BB386701E07}" presName="textNode" presStyleLbl="bgShp" presStyleIdx="0" presStyleCnt="3"/>
      <dgm:spPr/>
    </dgm:pt>
    <dgm:pt modelId="{8D71731E-93F8-4FCE-8B0B-7D2F81A740DF}" type="pres">
      <dgm:prSet presAssocID="{AB297607-F666-4863-A757-1BB386701E07}" presName="compChildNode" presStyleCnt="0"/>
      <dgm:spPr/>
    </dgm:pt>
    <dgm:pt modelId="{8BA0C1B2-BD41-47B8-B3C7-0580DEE1DB25}" type="pres">
      <dgm:prSet presAssocID="{AB297607-F666-4863-A757-1BB386701E07}" presName="theInnerList" presStyleCnt="0"/>
      <dgm:spPr/>
    </dgm:pt>
    <dgm:pt modelId="{1CE0BB1A-09F0-472B-A6C7-CDF45FF82002}" type="pres">
      <dgm:prSet presAssocID="{ED04F416-7FC1-442E-8FF2-8F008AF31CED}" presName="childNode" presStyleLbl="node1" presStyleIdx="0" presStyleCnt="3">
        <dgm:presLayoutVars>
          <dgm:bulletEnabled val="1"/>
        </dgm:presLayoutVars>
      </dgm:prSet>
      <dgm:spPr/>
    </dgm:pt>
    <dgm:pt modelId="{C0B6A453-B43E-4556-A6FD-605CC1CCCC6B}" type="pres">
      <dgm:prSet presAssocID="{AB297607-F666-4863-A757-1BB386701E07}" presName="aSpace" presStyleCnt="0"/>
      <dgm:spPr/>
    </dgm:pt>
    <dgm:pt modelId="{F77FCF5A-77B2-48A0-91B1-CE8204C8415D}" type="pres">
      <dgm:prSet presAssocID="{26E771F4-D8C7-403A-A85F-52E5486555FD}" presName="compNode" presStyleCnt="0"/>
      <dgm:spPr/>
    </dgm:pt>
    <dgm:pt modelId="{B2B4A6CB-120D-4A58-A15E-5B0B33ADAC05}" type="pres">
      <dgm:prSet presAssocID="{26E771F4-D8C7-403A-A85F-52E5486555FD}" presName="aNode" presStyleLbl="bgShp" presStyleIdx="1" presStyleCnt="3"/>
      <dgm:spPr/>
    </dgm:pt>
    <dgm:pt modelId="{6B093177-A32E-4F28-A075-98ACBF9BF81E}" type="pres">
      <dgm:prSet presAssocID="{26E771F4-D8C7-403A-A85F-52E5486555FD}" presName="textNode" presStyleLbl="bgShp" presStyleIdx="1" presStyleCnt="3"/>
      <dgm:spPr/>
    </dgm:pt>
    <dgm:pt modelId="{A6829991-AA05-43F7-BE35-B47177DBE6D3}" type="pres">
      <dgm:prSet presAssocID="{26E771F4-D8C7-403A-A85F-52E5486555FD}" presName="compChildNode" presStyleCnt="0"/>
      <dgm:spPr/>
    </dgm:pt>
    <dgm:pt modelId="{C41D3C51-C716-480E-ADBC-EE66288E796B}" type="pres">
      <dgm:prSet presAssocID="{26E771F4-D8C7-403A-A85F-52E5486555FD}" presName="theInnerList" presStyleCnt="0"/>
      <dgm:spPr/>
    </dgm:pt>
    <dgm:pt modelId="{4817EEB5-3CDA-41C3-9B09-6FDA5B073641}" type="pres">
      <dgm:prSet presAssocID="{26C2B420-5CE9-4093-B94B-6E88E59BAA8A}" presName="childNode" presStyleLbl="node1" presStyleIdx="1" presStyleCnt="3">
        <dgm:presLayoutVars>
          <dgm:bulletEnabled val="1"/>
        </dgm:presLayoutVars>
      </dgm:prSet>
      <dgm:spPr/>
    </dgm:pt>
    <dgm:pt modelId="{4CF912BE-65E3-464F-955B-C29A9F8B6036}" type="pres">
      <dgm:prSet presAssocID="{26E771F4-D8C7-403A-A85F-52E5486555FD}" presName="aSpace" presStyleCnt="0"/>
      <dgm:spPr/>
    </dgm:pt>
    <dgm:pt modelId="{9C21722D-46F4-4616-9C28-5D6D3E041E20}" type="pres">
      <dgm:prSet presAssocID="{A0E7194C-05D5-4623-A2BA-1FB92BAD856D}" presName="compNode" presStyleCnt="0"/>
      <dgm:spPr/>
    </dgm:pt>
    <dgm:pt modelId="{4A70EF17-C7DC-4F13-9DD7-D82B2A1CEE47}" type="pres">
      <dgm:prSet presAssocID="{A0E7194C-05D5-4623-A2BA-1FB92BAD856D}" presName="aNode" presStyleLbl="bgShp" presStyleIdx="2" presStyleCnt="3"/>
      <dgm:spPr/>
    </dgm:pt>
    <dgm:pt modelId="{1DC663E8-95A5-4BD4-8D57-24EF003381E2}" type="pres">
      <dgm:prSet presAssocID="{A0E7194C-05D5-4623-A2BA-1FB92BAD856D}" presName="textNode" presStyleLbl="bgShp" presStyleIdx="2" presStyleCnt="3"/>
      <dgm:spPr/>
    </dgm:pt>
    <dgm:pt modelId="{7A75E1C9-8B0C-4097-9AB7-96F7D9C7AA0E}" type="pres">
      <dgm:prSet presAssocID="{A0E7194C-05D5-4623-A2BA-1FB92BAD856D}" presName="compChildNode" presStyleCnt="0"/>
      <dgm:spPr/>
    </dgm:pt>
    <dgm:pt modelId="{0287A371-D412-4B5F-90EE-A7F3BBC6827D}" type="pres">
      <dgm:prSet presAssocID="{A0E7194C-05D5-4623-A2BA-1FB92BAD856D}" presName="theInnerList" presStyleCnt="0"/>
      <dgm:spPr/>
    </dgm:pt>
    <dgm:pt modelId="{7AC4FC7C-C3B4-4721-AEE4-251F8ACA558D}" type="pres">
      <dgm:prSet presAssocID="{E7F99268-FC4A-4B64-962B-BF448420C73E}" presName="childNode" presStyleLbl="node1" presStyleIdx="2" presStyleCnt="3">
        <dgm:presLayoutVars>
          <dgm:bulletEnabled val="1"/>
        </dgm:presLayoutVars>
      </dgm:prSet>
      <dgm:spPr/>
    </dgm:pt>
  </dgm:ptLst>
  <dgm:cxnLst>
    <dgm:cxn modelId="{2FCA3603-30A6-4B43-9613-94F782FC528F}" type="presOf" srcId="{26E771F4-D8C7-403A-A85F-52E5486555FD}" destId="{6B093177-A32E-4F28-A075-98ACBF9BF81E}" srcOrd="1" destOrd="0" presId="urn:microsoft.com/office/officeart/2005/8/layout/lProcess2"/>
    <dgm:cxn modelId="{697F0708-F9C8-4829-8AA0-A078B3424B66}" type="presOf" srcId="{AB297607-F666-4863-A757-1BB386701E07}" destId="{FA190E2E-2533-472B-B537-98B6E98C04CA}" srcOrd="0" destOrd="0" presId="urn:microsoft.com/office/officeart/2005/8/layout/lProcess2"/>
    <dgm:cxn modelId="{91783F3F-BE0C-4C89-8DD9-554AAE85F936}" type="presOf" srcId="{A0E7194C-05D5-4623-A2BA-1FB92BAD856D}" destId="{4A70EF17-C7DC-4F13-9DD7-D82B2A1CEE47}" srcOrd="0" destOrd="0" presId="urn:microsoft.com/office/officeart/2005/8/layout/lProcess2"/>
    <dgm:cxn modelId="{0C33845D-18F5-4005-AEF1-0E38AF74C87F}" srcId="{A0E7194C-05D5-4623-A2BA-1FB92BAD856D}" destId="{E7F99268-FC4A-4B64-962B-BF448420C73E}" srcOrd="0" destOrd="0" parTransId="{4CC48DFF-BC0D-4770-B458-E4FE45F77B9E}" sibTransId="{BC3AE502-4137-4F91-A3F3-AE3E7EFE3874}"/>
    <dgm:cxn modelId="{DBB44B65-EABF-4DB7-95BA-EB70C3ED6486}" type="presOf" srcId="{ED04F416-7FC1-442E-8FF2-8F008AF31CED}" destId="{1CE0BB1A-09F0-472B-A6C7-CDF45FF82002}" srcOrd="0" destOrd="0" presId="urn:microsoft.com/office/officeart/2005/8/layout/lProcess2"/>
    <dgm:cxn modelId="{AFB4BD58-59C6-4D7A-825F-4A8F6D0361D5}" type="presOf" srcId="{AB297607-F666-4863-A757-1BB386701E07}" destId="{A6925DC9-9628-488D-92B5-17097E6F3512}" srcOrd="1" destOrd="0" presId="urn:microsoft.com/office/officeart/2005/8/layout/lProcess2"/>
    <dgm:cxn modelId="{F0068281-AA38-4AE0-A523-BB6D82B4BE3E}" srcId="{26E771F4-D8C7-403A-A85F-52E5486555FD}" destId="{26C2B420-5CE9-4093-B94B-6E88E59BAA8A}" srcOrd="0" destOrd="0" parTransId="{12588448-5793-43E5-9B24-0B420647966D}" sibTransId="{E158D88D-C8CC-4058-BEAD-5EE9085935ED}"/>
    <dgm:cxn modelId="{028EB681-26A9-4D3E-86FB-E9EDF3EC29AA}" srcId="{F65647F0-AA72-48F1-9DAC-B2AE798A398B}" destId="{26E771F4-D8C7-403A-A85F-52E5486555FD}" srcOrd="1" destOrd="0" parTransId="{9916ED30-91AF-4E96-B054-0A898F1195B4}" sibTransId="{3380CD12-4061-4BEA-80EB-BA15CA258FB1}"/>
    <dgm:cxn modelId="{BF5E998F-790E-4EA2-A7E6-2C544415D44C}" type="presOf" srcId="{E7F99268-FC4A-4B64-962B-BF448420C73E}" destId="{7AC4FC7C-C3B4-4721-AEE4-251F8ACA558D}" srcOrd="0" destOrd="0" presId="urn:microsoft.com/office/officeart/2005/8/layout/lProcess2"/>
    <dgm:cxn modelId="{AE42E598-1FAD-4BF5-88C6-6F2013BF6308}" srcId="{F65647F0-AA72-48F1-9DAC-B2AE798A398B}" destId="{A0E7194C-05D5-4623-A2BA-1FB92BAD856D}" srcOrd="2" destOrd="0" parTransId="{A50F728B-21E4-4C20-B789-B970AE6DB64E}" sibTransId="{1357BC09-58C8-459B-A4DC-0FD7E5F82266}"/>
    <dgm:cxn modelId="{C0C833A7-DC5B-4D5F-BBE6-D0C67465917F}" type="presOf" srcId="{F65647F0-AA72-48F1-9DAC-B2AE798A398B}" destId="{6873D763-1784-4592-A231-B090934CD148}" srcOrd="0" destOrd="0" presId="urn:microsoft.com/office/officeart/2005/8/layout/lProcess2"/>
    <dgm:cxn modelId="{B1D09BA9-51CD-4DA1-A9B5-8B1F0452A4C2}" type="presOf" srcId="{A0E7194C-05D5-4623-A2BA-1FB92BAD856D}" destId="{1DC663E8-95A5-4BD4-8D57-24EF003381E2}" srcOrd="1" destOrd="0" presId="urn:microsoft.com/office/officeart/2005/8/layout/lProcess2"/>
    <dgm:cxn modelId="{F21FDAAF-5763-4866-8823-64F11AC01F44}" srcId="{AB297607-F666-4863-A757-1BB386701E07}" destId="{ED04F416-7FC1-442E-8FF2-8F008AF31CED}" srcOrd="0" destOrd="0" parTransId="{FB650A50-8EFA-498B-9B2F-FC6EA9623C82}" sibTransId="{B6DFFFAF-2489-4128-95F1-F60229DEF418}"/>
    <dgm:cxn modelId="{580142C9-16FC-4A5C-ABD1-F3273B15C9CD}" srcId="{F65647F0-AA72-48F1-9DAC-B2AE798A398B}" destId="{AB297607-F666-4863-A757-1BB386701E07}" srcOrd="0" destOrd="0" parTransId="{DB864977-2922-4F01-8642-38EFA10566C7}" sibTransId="{39FDF6B1-AC80-4D44-BFA7-28D364575DBC}"/>
    <dgm:cxn modelId="{108FB8E2-2EBB-452B-B9B6-CFD2F9E2411C}" type="presOf" srcId="{26C2B420-5CE9-4093-B94B-6E88E59BAA8A}" destId="{4817EEB5-3CDA-41C3-9B09-6FDA5B073641}" srcOrd="0" destOrd="0" presId="urn:microsoft.com/office/officeart/2005/8/layout/lProcess2"/>
    <dgm:cxn modelId="{0D90BEEA-4185-4892-8308-2464E76D67A4}" type="presOf" srcId="{26E771F4-D8C7-403A-A85F-52E5486555FD}" destId="{B2B4A6CB-120D-4A58-A15E-5B0B33ADAC05}" srcOrd="0" destOrd="0" presId="urn:microsoft.com/office/officeart/2005/8/layout/lProcess2"/>
    <dgm:cxn modelId="{CFBEB788-6D62-4D1E-8336-B406FFF71998}" type="presParOf" srcId="{6873D763-1784-4592-A231-B090934CD148}" destId="{DD5FAA2C-5E59-463A-95BF-74B17CFCB0E7}" srcOrd="0" destOrd="0" presId="urn:microsoft.com/office/officeart/2005/8/layout/lProcess2"/>
    <dgm:cxn modelId="{6F22B8F7-B410-40AC-8145-60F3E63390D7}" type="presParOf" srcId="{DD5FAA2C-5E59-463A-95BF-74B17CFCB0E7}" destId="{FA190E2E-2533-472B-B537-98B6E98C04CA}" srcOrd="0" destOrd="0" presId="urn:microsoft.com/office/officeart/2005/8/layout/lProcess2"/>
    <dgm:cxn modelId="{09D6C54B-1BAC-4035-8AE9-3EF6543247D7}" type="presParOf" srcId="{DD5FAA2C-5E59-463A-95BF-74B17CFCB0E7}" destId="{A6925DC9-9628-488D-92B5-17097E6F3512}" srcOrd="1" destOrd="0" presId="urn:microsoft.com/office/officeart/2005/8/layout/lProcess2"/>
    <dgm:cxn modelId="{8BBC3F96-7CBC-4F01-A39C-6ADAB7F48D9B}" type="presParOf" srcId="{DD5FAA2C-5E59-463A-95BF-74B17CFCB0E7}" destId="{8D71731E-93F8-4FCE-8B0B-7D2F81A740DF}" srcOrd="2" destOrd="0" presId="urn:microsoft.com/office/officeart/2005/8/layout/lProcess2"/>
    <dgm:cxn modelId="{6D0F03E5-2ADD-4968-807F-317B816C3DD4}" type="presParOf" srcId="{8D71731E-93F8-4FCE-8B0B-7D2F81A740DF}" destId="{8BA0C1B2-BD41-47B8-B3C7-0580DEE1DB25}" srcOrd="0" destOrd="0" presId="urn:microsoft.com/office/officeart/2005/8/layout/lProcess2"/>
    <dgm:cxn modelId="{F747F540-458A-4503-9E15-D59A26EA3480}" type="presParOf" srcId="{8BA0C1B2-BD41-47B8-B3C7-0580DEE1DB25}" destId="{1CE0BB1A-09F0-472B-A6C7-CDF45FF82002}" srcOrd="0" destOrd="0" presId="urn:microsoft.com/office/officeart/2005/8/layout/lProcess2"/>
    <dgm:cxn modelId="{2EF67ED6-3811-495B-BAD6-FCD6AD9D0D5A}" type="presParOf" srcId="{6873D763-1784-4592-A231-B090934CD148}" destId="{C0B6A453-B43E-4556-A6FD-605CC1CCCC6B}" srcOrd="1" destOrd="0" presId="urn:microsoft.com/office/officeart/2005/8/layout/lProcess2"/>
    <dgm:cxn modelId="{90732611-75C9-4315-9FF8-84746CC8B96C}" type="presParOf" srcId="{6873D763-1784-4592-A231-B090934CD148}" destId="{F77FCF5A-77B2-48A0-91B1-CE8204C8415D}" srcOrd="2" destOrd="0" presId="urn:microsoft.com/office/officeart/2005/8/layout/lProcess2"/>
    <dgm:cxn modelId="{B2D09199-3285-4EAD-8017-710F9E18091B}" type="presParOf" srcId="{F77FCF5A-77B2-48A0-91B1-CE8204C8415D}" destId="{B2B4A6CB-120D-4A58-A15E-5B0B33ADAC05}" srcOrd="0" destOrd="0" presId="urn:microsoft.com/office/officeart/2005/8/layout/lProcess2"/>
    <dgm:cxn modelId="{A21A4D3D-22AA-46BF-842A-7B11A7522D64}" type="presParOf" srcId="{F77FCF5A-77B2-48A0-91B1-CE8204C8415D}" destId="{6B093177-A32E-4F28-A075-98ACBF9BF81E}" srcOrd="1" destOrd="0" presId="urn:microsoft.com/office/officeart/2005/8/layout/lProcess2"/>
    <dgm:cxn modelId="{DB15881A-7E84-40F3-9E8E-9283A12F28ED}" type="presParOf" srcId="{F77FCF5A-77B2-48A0-91B1-CE8204C8415D}" destId="{A6829991-AA05-43F7-BE35-B47177DBE6D3}" srcOrd="2" destOrd="0" presId="urn:microsoft.com/office/officeart/2005/8/layout/lProcess2"/>
    <dgm:cxn modelId="{4A7795C6-0E50-4807-A372-A4CAFB270C7A}" type="presParOf" srcId="{A6829991-AA05-43F7-BE35-B47177DBE6D3}" destId="{C41D3C51-C716-480E-ADBC-EE66288E796B}" srcOrd="0" destOrd="0" presId="urn:microsoft.com/office/officeart/2005/8/layout/lProcess2"/>
    <dgm:cxn modelId="{A4200D43-067F-4E76-B21B-C00A1A148D46}" type="presParOf" srcId="{C41D3C51-C716-480E-ADBC-EE66288E796B}" destId="{4817EEB5-3CDA-41C3-9B09-6FDA5B073641}" srcOrd="0" destOrd="0" presId="urn:microsoft.com/office/officeart/2005/8/layout/lProcess2"/>
    <dgm:cxn modelId="{8E219E97-F26F-4B00-9CCE-7CCDC0E3ABB4}" type="presParOf" srcId="{6873D763-1784-4592-A231-B090934CD148}" destId="{4CF912BE-65E3-464F-955B-C29A9F8B6036}" srcOrd="3" destOrd="0" presId="urn:microsoft.com/office/officeart/2005/8/layout/lProcess2"/>
    <dgm:cxn modelId="{8DB908F7-4F02-41BC-866D-3D84674E722F}" type="presParOf" srcId="{6873D763-1784-4592-A231-B090934CD148}" destId="{9C21722D-46F4-4616-9C28-5D6D3E041E20}" srcOrd="4" destOrd="0" presId="urn:microsoft.com/office/officeart/2005/8/layout/lProcess2"/>
    <dgm:cxn modelId="{19ABF8D3-8B6D-4745-92B9-13628B502607}" type="presParOf" srcId="{9C21722D-46F4-4616-9C28-5D6D3E041E20}" destId="{4A70EF17-C7DC-4F13-9DD7-D82B2A1CEE47}" srcOrd="0" destOrd="0" presId="urn:microsoft.com/office/officeart/2005/8/layout/lProcess2"/>
    <dgm:cxn modelId="{29156F52-1501-41A6-B148-22F74A5C2EFE}" type="presParOf" srcId="{9C21722D-46F4-4616-9C28-5D6D3E041E20}" destId="{1DC663E8-95A5-4BD4-8D57-24EF003381E2}" srcOrd="1" destOrd="0" presId="urn:microsoft.com/office/officeart/2005/8/layout/lProcess2"/>
    <dgm:cxn modelId="{4FFBAE8D-248E-4E25-A950-40DD63241D5A}" type="presParOf" srcId="{9C21722D-46F4-4616-9C28-5D6D3E041E20}" destId="{7A75E1C9-8B0C-4097-9AB7-96F7D9C7AA0E}" srcOrd="2" destOrd="0" presId="urn:microsoft.com/office/officeart/2005/8/layout/lProcess2"/>
    <dgm:cxn modelId="{77CB909E-530C-4842-ACB2-B5DC2ED6574F}" type="presParOf" srcId="{7A75E1C9-8B0C-4097-9AB7-96F7D9C7AA0E}" destId="{0287A371-D412-4B5F-90EE-A7F3BBC6827D}" srcOrd="0" destOrd="0" presId="urn:microsoft.com/office/officeart/2005/8/layout/lProcess2"/>
    <dgm:cxn modelId="{0D49C39D-1CC1-405F-94AA-1BEC150DDD28}" type="presParOf" srcId="{0287A371-D412-4B5F-90EE-A7F3BBC6827D}" destId="{7AC4FC7C-C3B4-4721-AEE4-251F8ACA558D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AD05AA8-5117-44CE-980A-01A6B842592C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5A87150-09F4-4A94-9AF5-94001F323391}">
      <dgm:prSet phldrT="[Text]" custT="1"/>
      <dgm:spPr/>
      <dgm:t>
        <a:bodyPr/>
        <a:lstStyle/>
        <a:p>
          <a:pPr>
            <a:buNone/>
          </a:pPr>
          <a:r>
            <a: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Data Collection</a:t>
          </a:r>
        </a:p>
      </dgm:t>
    </dgm:pt>
    <dgm:pt modelId="{D8D3A864-4F9F-464F-BE4D-596B7D00ED72}" type="parTrans" cxnId="{FC74A58E-4957-48F9-8F4E-9029A5D7CBFC}">
      <dgm:prSet/>
      <dgm:spPr/>
      <dgm:t>
        <a:bodyPr/>
        <a:lstStyle/>
        <a:p>
          <a:endParaRPr lang="en-IN"/>
        </a:p>
      </dgm:t>
    </dgm:pt>
    <dgm:pt modelId="{D3438D03-3BBD-47D1-BD83-0204993FF00A}" type="sibTrans" cxnId="{FC74A58E-4957-48F9-8F4E-9029A5D7CBFC}">
      <dgm:prSet/>
      <dgm:spPr/>
      <dgm:t>
        <a:bodyPr/>
        <a:lstStyle/>
        <a:p>
          <a:endParaRPr lang="en-IN"/>
        </a:p>
      </dgm:t>
    </dgm:pt>
    <dgm:pt modelId="{9DB46A74-79B2-4F93-8D68-6546871F1185}">
      <dgm:prSet phldrT="[Text]" custT="1"/>
      <dgm:spPr/>
      <dgm:t>
        <a:bodyPr/>
        <a:lstStyle/>
        <a:p>
          <a:pPr>
            <a:buNone/>
          </a:pPr>
          <a:r>
            <a: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Data Preprocessing</a:t>
          </a:r>
        </a:p>
      </dgm:t>
    </dgm:pt>
    <dgm:pt modelId="{30527173-2587-4F50-96D9-F35EC36D84E8}" type="parTrans" cxnId="{71577FF0-A356-4462-84CA-1B9845642946}">
      <dgm:prSet/>
      <dgm:spPr/>
      <dgm:t>
        <a:bodyPr/>
        <a:lstStyle/>
        <a:p>
          <a:endParaRPr lang="en-IN"/>
        </a:p>
      </dgm:t>
    </dgm:pt>
    <dgm:pt modelId="{2F317686-6B5A-4C78-B523-C53D282449D1}" type="sibTrans" cxnId="{71577FF0-A356-4462-84CA-1B9845642946}">
      <dgm:prSet/>
      <dgm:spPr/>
      <dgm:t>
        <a:bodyPr/>
        <a:lstStyle/>
        <a:p>
          <a:endParaRPr lang="en-IN"/>
        </a:p>
      </dgm:t>
    </dgm:pt>
    <dgm:pt modelId="{74407C91-7537-4C71-8526-7402301DD05B}">
      <dgm:prSet phldrT="[Text]" custT="1"/>
      <dgm:spPr/>
      <dgm:t>
        <a:bodyPr/>
        <a:lstStyle/>
        <a:p>
          <a:pPr>
            <a:buNone/>
          </a:pPr>
          <a:r>
            <a: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Feature Selection</a:t>
          </a:r>
        </a:p>
      </dgm:t>
    </dgm:pt>
    <dgm:pt modelId="{850D62F7-9331-4036-AE09-3DD347D77598}" type="parTrans" cxnId="{7BE72F8F-8C7D-4475-BD09-2ED3BD31444C}">
      <dgm:prSet/>
      <dgm:spPr/>
      <dgm:t>
        <a:bodyPr/>
        <a:lstStyle/>
        <a:p>
          <a:endParaRPr lang="en-IN"/>
        </a:p>
      </dgm:t>
    </dgm:pt>
    <dgm:pt modelId="{2AB32EE9-AB96-4708-B9D8-4AD3CA502CD3}" type="sibTrans" cxnId="{7BE72F8F-8C7D-4475-BD09-2ED3BD31444C}">
      <dgm:prSet/>
      <dgm:spPr/>
      <dgm:t>
        <a:bodyPr/>
        <a:lstStyle/>
        <a:p>
          <a:endParaRPr lang="en-IN"/>
        </a:p>
      </dgm:t>
    </dgm:pt>
    <dgm:pt modelId="{C1631F0F-13DB-47E3-ABA7-87EFE8198CE3}">
      <dgm:prSet phldrT="[Text]" custT="1"/>
      <dgm:spPr/>
      <dgm:t>
        <a:bodyPr/>
        <a:lstStyle/>
        <a:p>
          <a:pPr>
            <a:buNone/>
          </a:pPr>
          <a:r>
            <a: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Model Training</a:t>
          </a:r>
        </a:p>
      </dgm:t>
    </dgm:pt>
    <dgm:pt modelId="{01D04688-627E-482D-A980-D89E42F992A2}" type="parTrans" cxnId="{87B9DBC4-CD18-4C01-917C-FF4D39DDF3A1}">
      <dgm:prSet/>
      <dgm:spPr/>
      <dgm:t>
        <a:bodyPr/>
        <a:lstStyle/>
        <a:p>
          <a:endParaRPr lang="en-IN"/>
        </a:p>
      </dgm:t>
    </dgm:pt>
    <dgm:pt modelId="{1CC27680-B86B-43ED-A8D0-ACB6416D386A}" type="sibTrans" cxnId="{87B9DBC4-CD18-4C01-917C-FF4D39DDF3A1}">
      <dgm:prSet/>
      <dgm:spPr/>
      <dgm:t>
        <a:bodyPr/>
        <a:lstStyle/>
        <a:p>
          <a:endParaRPr lang="en-IN"/>
        </a:p>
      </dgm:t>
    </dgm:pt>
    <dgm:pt modelId="{5AF8D52E-D6C2-4053-8445-2834D3D6D797}">
      <dgm:prSet phldrT="[Text]" custT="1"/>
      <dgm:spPr/>
      <dgm:t>
        <a:bodyPr/>
        <a:lstStyle/>
        <a:p>
          <a:pPr>
            <a:buNone/>
          </a:pPr>
          <a:r>
            <a: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Model Evaluation</a:t>
          </a:r>
        </a:p>
      </dgm:t>
    </dgm:pt>
    <dgm:pt modelId="{2A45673C-0DBE-4947-BB43-38B85D0DA7B9}" type="parTrans" cxnId="{B36DA61B-02B5-485A-BCDF-164E8F770894}">
      <dgm:prSet/>
      <dgm:spPr/>
      <dgm:t>
        <a:bodyPr/>
        <a:lstStyle/>
        <a:p>
          <a:endParaRPr lang="en-IN"/>
        </a:p>
      </dgm:t>
    </dgm:pt>
    <dgm:pt modelId="{80B989AA-D879-41F4-9519-B9CE5F7299A1}" type="sibTrans" cxnId="{B36DA61B-02B5-485A-BCDF-164E8F770894}">
      <dgm:prSet/>
      <dgm:spPr/>
      <dgm:t>
        <a:bodyPr/>
        <a:lstStyle/>
        <a:p>
          <a:endParaRPr lang="en-IN"/>
        </a:p>
      </dgm:t>
    </dgm:pt>
    <dgm:pt modelId="{E081B5CC-64F5-4170-846F-FAD13FDD3324}">
      <dgm:prSet custT="1"/>
      <dgm:spPr/>
      <dgm:t>
        <a:bodyPr/>
        <a:lstStyle/>
        <a:p>
          <a:pPr>
            <a:buNone/>
          </a:pPr>
          <a:r>
            <a: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Dashboard Development</a:t>
          </a:r>
        </a:p>
      </dgm:t>
    </dgm:pt>
    <dgm:pt modelId="{9D2F72D9-389A-49E6-B67F-16AEF921800F}" type="parTrans" cxnId="{C741AF55-42CC-4221-B554-42E2070C5F42}">
      <dgm:prSet/>
      <dgm:spPr/>
      <dgm:t>
        <a:bodyPr/>
        <a:lstStyle/>
        <a:p>
          <a:endParaRPr lang="en-IN"/>
        </a:p>
      </dgm:t>
    </dgm:pt>
    <dgm:pt modelId="{3A96F4B2-10B9-48EA-B4F9-2F4C6AABC2A1}" type="sibTrans" cxnId="{C741AF55-42CC-4221-B554-42E2070C5F42}">
      <dgm:prSet/>
      <dgm:spPr/>
      <dgm:t>
        <a:bodyPr/>
        <a:lstStyle/>
        <a:p>
          <a:endParaRPr lang="en-IN"/>
        </a:p>
      </dgm:t>
    </dgm:pt>
    <dgm:pt modelId="{F697758D-5593-4946-9E36-6FFF9CE31657}" type="pres">
      <dgm:prSet presAssocID="{BAD05AA8-5117-44CE-980A-01A6B842592C}" presName="diagram" presStyleCnt="0">
        <dgm:presLayoutVars>
          <dgm:dir/>
          <dgm:resizeHandles val="exact"/>
        </dgm:presLayoutVars>
      </dgm:prSet>
      <dgm:spPr/>
    </dgm:pt>
    <dgm:pt modelId="{263D5E7A-94E3-457C-B64A-FF4B75015B99}" type="pres">
      <dgm:prSet presAssocID="{45A87150-09F4-4A94-9AF5-94001F323391}" presName="node" presStyleLbl="node1" presStyleIdx="0" presStyleCnt="6">
        <dgm:presLayoutVars>
          <dgm:bulletEnabled val="1"/>
        </dgm:presLayoutVars>
      </dgm:prSet>
      <dgm:spPr/>
    </dgm:pt>
    <dgm:pt modelId="{E9F0ECD2-6337-4112-905C-D491B83FC219}" type="pres">
      <dgm:prSet presAssocID="{D3438D03-3BBD-47D1-BD83-0204993FF00A}" presName="sibTrans" presStyleLbl="sibTrans2D1" presStyleIdx="0" presStyleCnt="5"/>
      <dgm:spPr/>
    </dgm:pt>
    <dgm:pt modelId="{8B605728-ECBC-41E6-8E48-2E9D69F2DFAD}" type="pres">
      <dgm:prSet presAssocID="{D3438D03-3BBD-47D1-BD83-0204993FF00A}" presName="connectorText" presStyleLbl="sibTrans2D1" presStyleIdx="0" presStyleCnt="5"/>
      <dgm:spPr/>
    </dgm:pt>
    <dgm:pt modelId="{1B2D6603-2BE8-4FE4-9E87-B0E89D0CCD70}" type="pres">
      <dgm:prSet presAssocID="{9DB46A74-79B2-4F93-8D68-6546871F1185}" presName="node" presStyleLbl="node1" presStyleIdx="1" presStyleCnt="6">
        <dgm:presLayoutVars>
          <dgm:bulletEnabled val="1"/>
        </dgm:presLayoutVars>
      </dgm:prSet>
      <dgm:spPr/>
    </dgm:pt>
    <dgm:pt modelId="{5A5FE5FC-BF8E-4054-A4E2-C0B39A52066E}" type="pres">
      <dgm:prSet presAssocID="{2F317686-6B5A-4C78-B523-C53D282449D1}" presName="sibTrans" presStyleLbl="sibTrans2D1" presStyleIdx="1" presStyleCnt="5"/>
      <dgm:spPr/>
    </dgm:pt>
    <dgm:pt modelId="{54FEBAD9-B8B7-44BF-88B7-D7B3F43CA26E}" type="pres">
      <dgm:prSet presAssocID="{2F317686-6B5A-4C78-B523-C53D282449D1}" presName="connectorText" presStyleLbl="sibTrans2D1" presStyleIdx="1" presStyleCnt="5"/>
      <dgm:spPr/>
    </dgm:pt>
    <dgm:pt modelId="{854A9644-BC1F-4775-814D-7688A1BA247E}" type="pres">
      <dgm:prSet presAssocID="{74407C91-7537-4C71-8526-7402301DD05B}" presName="node" presStyleLbl="node1" presStyleIdx="2" presStyleCnt="6">
        <dgm:presLayoutVars>
          <dgm:bulletEnabled val="1"/>
        </dgm:presLayoutVars>
      </dgm:prSet>
      <dgm:spPr/>
    </dgm:pt>
    <dgm:pt modelId="{DAD7E85B-318B-47E8-8DAC-83E4C4169D21}" type="pres">
      <dgm:prSet presAssocID="{2AB32EE9-AB96-4708-B9D8-4AD3CA502CD3}" presName="sibTrans" presStyleLbl="sibTrans2D1" presStyleIdx="2" presStyleCnt="5"/>
      <dgm:spPr/>
    </dgm:pt>
    <dgm:pt modelId="{DDB21B18-A7AA-4A2A-AEE5-FDEEEE233E1C}" type="pres">
      <dgm:prSet presAssocID="{2AB32EE9-AB96-4708-B9D8-4AD3CA502CD3}" presName="connectorText" presStyleLbl="sibTrans2D1" presStyleIdx="2" presStyleCnt="5"/>
      <dgm:spPr/>
    </dgm:pt>
    <dgm:pt modelId="{EA43553F-09F0-43BB-B650-678E24642A99}" type="pres">
      <dgm:prSet presAssocID="{C1631F0F-13DB-47E3-ABA7-87EFE8198CE3}" presName="node" presStyleLbl="node1" presStyleIdx="3" presStyleCnt="6">
        <dgm:presLayoutVars>
          <dgm:bulletEnabled val="1"/>
        </dgm:presLayoutVars>
      </dgm:prSet>
      <dgm:spPr/>
    </dgm:pt>
    <dgm:pt modelId="{1BBA8CC3-B8FA-4EAB-8741-71011C26364A}" type="pres">
      <dgm:prSet presAssocID="{1CC27680-B86B-43ED-A8D0-ACB6416D386A}" presName="sibTrans" presStyleLbl="sibTrans2D1" presStyleIdx="3" presStyleCnt="5"/>
      <dgm:spPr/>
    </dgm:pt>
    <dgm:pt modelId="{B8832F17-83DE-4C54-AEB5-0B735A04D6B9}" type="pres">
      <dgm:prSet presAssocID="{1CC27680-B86B-43ED-A8D0-ACB6416D386A}" presName="connectorText" presStyleLbl="sibTrans2D1" presStyleIdx="3" presStyleCnt="5"/>
      <dgm:spPr/>
    </dgm:pt>
    <dgm:pt modelId="{2FB47EE0-4667-49B0-A1FD-BEC52F1149C1}" type="pres">
      <dgm:prSet presAssocID="{5AF8D52E-D6C2-4053-8445-2834D3D6D797}" presName="node" presStyleLbl="node1" presStyleIdx="4" presStyleCnt="6">
        <dgm:presLayoutVars>
          <dgm:bulletEnabled val="1"/>
        </dgm:presLayoutVars>
      </dgm:prSet>
      <dgm:spPr/>
    </dgm:pt>
    <dgm:pt modelId="{5FE694B0-93D7-4950-9552-8FB47423D779}" type="pres">
      <dgm:prSet presAssocID="{80B989AA-D879-41F4-9519-B9CE5F7299A1}" presName="sibTrans" presStyleLbl="sibTrans2D1" presStyleIdx="4" presStyleCnt="5"/>
      <dgm:spPr/>
    </dgm:pt>
    <dgm:pt modelId="{B83E5BEA-7FFF-4435-B920-7DC429942EF1}" type="pres">
      <dgm:prSet presAssocID="{80B989AA-D879-41F4-9519-B9CE5F7299A1}" presName="connectorText" presStyleLbl="sibTrans2D1" presStyleIdx="4" presStyleCnt="5"/>
      <dgm:spPr/>
    </dgm:pt>
    <dgm:pt modelId="{F5911A47-0341-4081-8EC5-80EED9A25C13}" type="pres">
      <dgm:prSet presAssocID="{E081B5CC-64F5-4170-846F-FAD13FDD3324}" presName="node" presStyleLbl="node1" presStyleIdx="5" presStyleCnt="6">
        <dgm:presLayoutVars>
          <dgm:bulletEnabled val="1"/>
        </dgm:presLayoutVars>
      </dgm:prSet>
      <dgm:spPr/>
    </dgm:pt>
  </dgm:ptLst>
  <dgm:cxnLst>
    <dgm:cxn modelId="{1851D707-D883-47B9-8658-55DEFE6E18ED}" type="presOf" srcId="{2F317686-6B5A-4C78-B523-C53D282449D1}" destId="{5A5FE5FC-BF8E-4054-A4E2-C0B39A52066E}" srcOrd="0" destOrd="0" presId="urn:microsoft.com/office/officeart/2005/8/layout/process5"/>
    <dgm:cxn modelId="{AAEAEC0E-5769-4B57-A0EF-1C0319146D8D}" type="presOf" srcId="{74407C91-7537-4C71-8526-7402301DD05B}" destId="{854A9644-BC1F-4775-814D-7688A1BA247E}" srcOrd="0" destOrd="0" presId="urn:microsoft.com/office/officeart/2005/8/layout/process5"/>
    <dgm:cxn modelId="{5B373A18-6EF4-4F13-AD47-FEF2B5A6739C}" type="presOf" srcId="{2F317686-6B5A-4C78-B523-C53D282449D1}" destId="{54FEBAD9-B8B7-44BF-88B7-D7B3F43CA26E}" srcOrd="1" destOrd="0" presId="urn:microsoft.com/office/officeart/2005/8/layout/process5"/>
    <dgm:cxn modelId="{B36DA61B-02B5-485A-BCDF-164E8F770894}" srcId="{BAD05AA8-5117-44CE-980A-01A6B842592C}" destId="{5AF8D52E-D6C2-4053-8445-2834D3D6D797}" srcOrd="4" destOrd="0" parTransId="{2A45673C-0DBE-4947-BB43-38B85D0DA7B9}" sibTransId="{80B989AA-D879-41F4-9519-B9CE5F7299A1}"/>
    <dgm:cxn modelId="{AEDDB127-D190-48F8-BB2F-8FE791FC4FA2}" type="presOf" srcId="{2AB32EE9-AB96-4708-B9D8-4AD3CA502CD3}" destId="{DAD7E85B-318B-47E8-8DAC-83E4C4169D21}" srcOrd="0" destOrd="0" presId="urn:microsoft.com/office/officeart/2005/8/layout/process5"/>
    <dgm:cxn modelId="{86AAB334-6430-4854-BFDB-D8B69EE127F8}" type="presOf" srcId="{1CC27680-B86B-43ED-A8D0-ACB6416D386A}" destId="{1BBA8CC3-B8FA-4EAB-8741-71011C26364A}" srcOrd="0" destOrd="0" presId="urn:microsoft.com/office/officeart/2005/8/layout/process5"/>
    <dgm:cxn modelId="{DD4B3E5D-C27C-4889-99C6-79ED9041DE88}" type="presOf" srcId="{C1631F0F-13DB-47E3-ABA7-87EFE8198CE3}" destId="{EA43553F-09F0-43BB-B650-678E24642A99}" srcOrd="0" destOrd="0" presId="urn:microsoft.com/office/officeart/2005/8/layout/process5"/>
    <dgm:cxn modelId="{47197865-BC2C-4796-AB58-F754BEFE12B2}" type="presOf" srcId="{E081B5CC-64F5-4170-846F-FAD13FDD3324}" destId="{F5911A47-0341-4081-8EC5-80EED9A25C13}" srcOrd="0" destOrd="0" presId="urn:microsoft.com/office/officeart/2005/8/layout/process5"/>
    <dgm:cxn modelId="{E349F647-6245-4068-B8FC-B6BF4107AA6E}" type="presOf" srcId="{BAD05AA8-5117-44CE-980A-01A6B842592C}" destId="{F697758D-5593-4946-9E36-6FFF9CE31657}" srcOrd="0" destOrd="0" presId="urn:microsoft.com/office/officeart/2005/8/layout/process5"/>
    <dgm:cxn modelId="{234F8148-7AA2-46E3-9924-6665668EB23A}" type="presOf" srcId="{D3438D03-3BBD-47D1-BD83-0204993FF00A}" destId="{8B605728-ECBC-41E6-8E48-2E9D69F2DFAD}" srcOrd="1" destOrd="0" presId="urn:microsoft.com/office/officeart/2005/8/layout/process5"/>
    <dgm:cxn modelId="{563E9D6C-9D18-4E14-ABF2-8022D99B30B3}" type="presOf" srcId="{1CC27680-B86B-43ED-A8D0-ACB6416D386A}" destId="{B8832F17-83DE-4C54-AEB5-0B735A04D6B9}" srcOrd="1" destOrd="0" presId="urn:microsoft.com/office/officeart/2005/8/layout/process5"/>
    <dgm:cxn modelId="{D2A9204D-AF49-45DB-8C8D-DE856A6F8195}" type="presOf" srcId="{9DB46A74-79B2-4F93-8D68-6546871F1185}" destId="{1B2D6603-2BE8-4FE4-9E87-B0E89D0CCD70}" srcOrd="0" destOrd="0" presId="urn:microsoft.com/office/officeart/2005/8/layout/process5"/>
    <dgm:cxn modelId="{C741AF55-42CC-4221-B554-42E2070C5F42}" srcId="{BAD05AA8-5117-44CE-980A-01A6B842592C}" destId="{E081B5CC-64F5-4170-846F-FAD13FDD3324}" srcOrd="5" destOrd="0" parTransId="{9D2F72D9-389A-49E6-B67F-16AEF921800F}" sibTransId="{3A96F4B2-10B9-48EA-B4F9-2F4C6AABC2A1}"/>
    <dgm:cxn modelId="{FC74A58E-4957-48F9-8F4E-9029A5D7CBFC}" srcId="{BAD05AA8-5117-44CE-980A-01A6B842592C}" destId="{45A87150-09F4-4A94-9AF5-94001F323391}" srcOrd="0" destOrd="0" parTransId="{D8D3A864-4F9F-464F-BE4D-596B7D00ED72}" sibTransId="{D3438D03-3BBD-47D1-BD83-0204993FF00A}"/>
    <dgm:cxn modelId="{7BE72F8F-8C7D-4475-BD09-2ED3BD31444C}" srcId="{BAD05AA8-5117-44CE-980A-01A6B842592C}" destId="{74407C91-7537-4C71-8526-7402301DD05B}" srcOrd="2" destOrd="0" parTransId="{850D62F7-9331-4036-AE09-3DD347D77598}" sibTransId="{2AB32EE9-AB96-4708-B9D8-4AD3CA502CD3}"/>
    <dgm:cxn modelId="{4494319D-EDDC-4B40-9862-0CF5AA9F2BC4}" type="presOf" srcId="{45A87150-09F4-4A94-9AF5-94001F323391}" destId="{263D5E7A-94E3-457C-B64A-FF4B75015B99}" srcOrd="0" destOrd="0" presId="urn:microsoft.com/office/officeart/2005/8/layout/process5"/>
    <dgm:cxn modelId="{7A85E0B1-9BF6-4D98-948D-018E283FC3B1}" type="presOf" srcId="{D3438D03-3BBD-47D1-BD83-0204993FF00A}" destId="{E9F0ECD2-6337-4112-905C-D491B83FC219}" srcOrd="0" destOrd="0" presId="urn:microsoft.com/office/officeart/2005/8/layout/process5"/>
    <dgm:cxn modelId="{86BC55B3-A959-47BB-9F2C-8DBDC3353FAF}" type="presOf" srcId="{2AB32EE9-AB96-4708-B9D8-4AD3CA502CD3}" destId="{DDB21B18-A7AA-4A2A-AEE5-FDEEEE233E1C}" srcOrd="1" destOrd="0" presId="urn:microsoft.com/office/officeart/2005/8/layout/process5"/>
    <dgm:cxn modelId="{D400AABC-44B8-41F7-BF4C-5617F87FCE0B}" type="presOf" srcId="{80B989AA-D879-41F4-9519-B9CE5F7299A1}" destId="{5FE694B0-93D7-4950-9552-8FB47423D779}" srcOrd="0" destOrd="0" presId="urn:microsoft.com/office/officeart/2005/8/layout/process5"/>
    <dgm:cxn modelId="{87B9DBC4-CD18-4C01-917C-FF4D39DDF3A1}" srcId="{BAD05AA8-5117-44CE-980A-01A6B842592C}" destId="{C1631F0F-13DB-47E3-ABA7-87EFE8198CE3}" srcOrd="3" destOrd="0" parTransId="{01D04688-627E-482D-A980-D89E42F992A2}" sibTransId="{1CC27680-B86B-43ED-A8D0-ACB6416D386A}"/>
    <dgm:cxn modelId="{51D8A2D0-625C-447E-A566-8DDC38713277}" type="presOf" srcId="{80B989AA-D879-41F4-9519-B9CE5F7299A1}" destId="{B83E5BEA-7FFF-4435-B920-7DC429942EF1}" srcOrd="1" destOrd="0" presId="urn:microsoft.com/office/officeart/2005/8/layout/process5"/>
    <dgm:cxn modelId="{66C06FDD-0E13-476B-88BA-2C3AAE41F5B3}" type="presOf" srcId="{5AF8D52E-D6C2-4053-8445-2834D3D6D797}" destId="{2FB47EE0-4667-49B0-A1FD-BEC52F1149C1}" srcOrd="0" destOrd="0" presId="urn:microsoft.com/office/officeart/2005/8/layout/process5"/>
    <dgm:cxn modelId="{71577FF0-A356-4462-84CA-1B9845642946}" srcId="{BAD05AA8-5117-44CE-980A-01A6B842592C}" destId="{9DB46A74-79B2-4F93-8D68-6546871F1185}" srcOrd="1" destOrd="0" parTransId="{30527173-2587-4F50-96D9-F35EC36D84E8}" sibTransId="{2F317686-6B5A-4C78-B523-C53D282449D1}"/>
    <dgm:cxn modelId="{8D5C258D-F249-4988-ADCE-491F5D14DDE2}" type="presParOf" srcId="{F697758D-5593-4946-9E36-6FFF9CE31657}" destId="{263D5E7A-94E3-457C-B64A-FF4B75015B99}" srcOrd="0" destOrd="0" presId="urn:microsoft.com/office/officeart/2005/8/layout/process5"/>
    <dgm:cxn modelId="{A58261F4-59EA-43FC-B781-596EBC1506B2}" type="presParOf" srcId="{F697758D-5593-4946-9E36-6FFF9CE31657}" destId="{E9F0ECD2-6337-4112-905C-D491B83FC219}" srcOrd="1" destOrd="0" presId="urn:microsoft.com/office/officeart/2005/8/layout/process5"/>
    <dgm:cxn modelId="{A94590A5-86A3-4FDC-8EE0-89A1A0669178}" type="presParOf" srcId="{E9F0ECD2-6337-4112-905C-D491B83FC219}" destId="{8B605728-ECBC-41E6-8E48-2E9D69F2DFAD}" srcOrd="0" destOrd="0" presId="urn:microsoft.com/office/officeart/2005/8/layout/process5"/>
    <dgm:cxn modelId="{748DA933-3869-4E3F-9255-D170F32DED4F}" type="presParOf" srcId="{F697758D-5593-4946-9E36-6FFF9CE31657}" destId="{1B2D6603-2BE8-4FE4-9E87-B0E89D0CCD70}" srcOrd="2" destOrd="0" presId="urn:microsoft.com/office/officeart/2005/8/layout/process5"/>
    <dgm:cxn modelId="{91D6FAB5-9856-4EE2-9EC7-7748214EC986}" type="presParOf" srcId="{F697758D-5593-4946-9E36-6FFF9CE31657}" destId="{5A5FE5FC-BF8E-4054-A4E2-C0B39A52066E}" srcOrd="3" destOrd="0" presId="urn:microsoft.com/office/officeart/2005/8/layout/process5"/>
    <dgm:cxn modelId="{20AA146B-AB3C-45B0-B9F1-F00E6F2D39CE}" type="presParOf" srcId="{5A5FE5FC-BF8E-4054-A4E2-C0B39A52066E}" destId="{54FEBAD9-B8B7-44BF-88B7-D7B3F43CA26E}" srcOrd="0" destOrd="0" presId="urn:microsoft.com/office/officeart/2005/8/layout/process5"/>
    <dgm:cxn modelId="{DFFAE36F-A3A6-4BDF-A8C3-692B524F8E42}" type="presParOf" srcId="{F697758D-5593-4946-9E36-6FFF9CE31657}" destId="{854A9644-BC1F-4775-814D-7688A1BA247E}" srcOrd="4" destOrd="0" presId="urn:microsoft.com/office/officeart/2005/8/layout/process5"/>
    <dgm:cxn modelId="{9116DF1B-1D63-4C47-89DF-11339E6CACB5}" type="presParOf" srcId="{F697758D-5593-4946-9E36-6FFF9CE31657}" destId="{DAD7E85B-318B-47E8-8DAC-83E4C4169D21}" srcOrd="5" destOrd="0" presId="urn:microsoft.com/office/officeart/2005/8/layout/process5"/>
    <dgm:cxn modelId="{DA95BF1F-1A63-4754-B6FC-9F8F4A8DC25E}" type="presParOf" srcId="{DAD7E85B-318B-47E8-8DAC-83E4C4169D21}" destId="{DDB21B18-A7AA-4A2A-AEE5-FDEEEE233E1C}" srcOrd="0" destOrd="0" presId="urn:microsoft.com/office/officeart/2005/8/layout/process5"/>
    <dgm:cxn modelId="{B26BE81E-3DB7-4C8F-9E9B-77AB056B5835}" type="presParOf" srcId="{F697758D-5593-4946-9E36-6FFF9CE31657}" destId="{EA43553F-09F0-43BB-B650-678E24642A99}" srcOrd="6" destOrd="0" presId="urn:microsoft.com/office/officeart/2005/8/layout/process5"/>
    <dgm:cxn modelId="{F60203AB-9EB6-493B-A3FF-2BB21C352F4E}" type="presParOf" srcId="{F697758D-5593-4946-9E36-6FFF9CE31657}" destId="{1BBA8CC3-B8FA-4EAB-8741-71011C26364A}" srcOrd="7" destOrd="0" presId="urn:microsoft.com/office/officeart/2005/8/layout/process5"/>
    <dgm:cxn modelId="{26F6F65A-9280-45F4-B4E6-8E4A69593D0D}" type="presParOf" srcId="{1BBA8CC3-B8FA-4EAB-8741-71011C26364A}" destId="{B8832F17-83DE-4C54-AEB5-0B735A04D6B9}" srcOrd="0" destOrd="0" presId="urn:microsoft.com/office/officeart/2005/8/layout/process5"/>
    <dgm:cxn modelId="{E590D6A2-CB23-4BA9-8A16-78E0764205AD}" type="presParOf" srcId="{F697758D-5593-4946-9E36-6FFF9CE31657}" destId="{2FB47EE0-4667-49B0-A1FD-BEC52F1149C1}" srcOrd="8" destOrd="0" presId="urn:microsoft.com/office/officeart/2005/8/layout/process5"/>
    <dgm:cxn modelId="{26F1A3F4-3F70-4CB9-B3E7-1BE9F9946CCF}" type="presParOf" srcId="{F697758D-5593-4946-9E36-6FFF9CE31657}" destId="{5FE694B0-93D7-4950-9552-8FB47423D779}" srcOrd="9" destOrd="0" presId="urn:microsoft.com/office/officeart/2005/8/layout/process5"/>
    <dgm:cxn modelId="{F69B59C6-2715-4889-A50D-ACF2E77BBC94}" type="presParOf" srcId="{5FE694B0-93D7-4950-9552-8FB47423D779}" destId="{B83E5BEA-7FFF-4435-B920-7DC429942EF1}" srcOrd="0" destOrd="0" presId="urn:microsoft.com/office/officeart/2005/8/layout/process5"/>
    <dgm:cxn modelId="{DC046EDD-6D2F-48C9-8F85-977D7A87A664}" type="presParOf" srcId="{F697758D-5593-4946-9E36-6FFF9CE31657}" destId="{F5911A47-0341-4081-8EC5-80EED9A25C13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3953BD-9BBB-4632-80E5-E2FA4CB69EC9}">
      <dsp:nvSpPr>
        <dsp:cNvPr id="0" name=""/>
        <dsp:cNvSpPr/>
      </dsp:nvSpPr>
      <dsp:spPr>
        <a:xfrm>
          <a:off x="0" y="40286"/>
          <a:ext cx="81280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Develop a machine learning–based credit risk analytics platform. </a:t>
          </a:r>
        </a:p>
      </dsp:txBody>
      <dsp:txXfrm>
        <a:off x="19904" y="60190"/>
        <a:ext cx="8088192" cy="367937"/>
      </dsp:txXfrm>
    </dsp:sp>
    <dsp:sp modelId="{E417A91F-CE07-49DA-8EF6-61A0DD6B82F4}">
      <dsp:nvSpPr>
        <dsp:cNvPr id="0" name=""/>
        <dsp:cNvSpPr/>
      </dsp:nvSpPr>
      <dsp:spPr>
        <a:xfrm>
          <a:off x="0" y="485052"/>
          <a:ext cx="81280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Analyze customer, credit history, and loan application data. </a:t>
          </a:r>
          <a:endParaRPr lang="en-IN" sz="17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9904" y="504956"/>
        <a:ext cx="8088192" cy="367937"/>
      </dsp:txXfrm>
    </dsp:sp>
    <dsp:sp modelId="{4FE6269D-D69E-4CB7-9FE1-A7CCB2C11013}">
      <dsp:nvSpPr>
        <dsp:cNvPr id="0" name=""/>
        <dsp:cNvSpPr/>
      </dsp:nvSpPr>
      <dsp:spPr>
        <a:xfrm>
          <a:off x="0" y="941757"/>
          <a:ext cx="81280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Predict loan approval using the Random Forest algorithm. </a:t>
          </a:r>
          <a:endParaRPr lang="en-IN" sz="17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9904" y="961661"/>
        <a:ext cx="8088192" cy="367937"/>
      </dsp:txXfrm>
    </dsp:sp>
    <dsp:sp modelId="{AAA9BA08-CE79-442E-AFBD-05AD1CA53FBC}">
      <dsp:nvSpPr>
        <dsp:cNvPr id="0" name=""/>
        <dsp:cNvSpPr/>
      </dsp:nvSpPr>
      <dsp:spPr>
        <a:xfrm>
          <a:off x="0" y="1398462"/>
          <a:ext cx="81280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Classify customers into different risk categories. </a:t>
          </a:r>
          <a:endParaRPr lang="en-IN" sz="17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9904" y="1418366"/>
        <a:ext cx="8088192" cy="367937"/>
      </dsp:txXfrm>
    </dsp:sp>
    <dsp:sp modelId="{77C85F80-7DCD-4E4B-95C5-50C2FB0356BF}">
      <dsp:nvSpPr>
        <dsp:cNvPr id="0" name=""/>
        <dsp:cNvSpPr/>
      </dsp:nvSpPr>
      <dsp:spPr>
        <a:xfrm>
          <a:off x="0" y="1855167"/>
          <a:ext cx="81280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Build an interactive Streamlit dashboard for data visualization. </a:t>
          </a:r>
          <a:endParaRPr lang="en-IN" sz="17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9904" y="1875071"/>
        <a:ext cx="8088192" cy="367937"/>
      </dsp:txXfrm>
    </dsp:sp>
    <dsp:sp modelId="{B9DC8530-A16C-400D-A87D-DA7A0BC98E85}">
      <dsp:nvSpPr>
        <dsp:cNvPr id="0" name=""/>
        <dsp:cNvSpPr/>
      </dsp:nvSpPr>
      <dsp:spPr>
        <a:xfrm>
          <a:off x="0" y="2311872"/>
          <a:ext cx="81280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Support faster and more informed loan approval decisions. </a:t>
          </a:r>
          <a:endParaRPr lang="en-IN" sz="17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9904" y="2331776"/>
        <a:ext cx="8088192" cy="3679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190E2E-2533-472B-B537-98B6E98C04CA}">
      <dsp:nvSpPr>
        <dsp:cNvPr id="0" name=""/>
        <dsp:cNvSpPr/>
      </dsp:nvSpPr>
      <dsp:spPr>
        <a:xfrm>
          <a:off x="1283" y="0"/>
          <a:ext cx="3337470" cy="435133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Customers Dataset</a:t>
          </a:r>
        </a:p>
      </dsp:txBody>
      <dsp:txXfrm>
        <a:off x="1283" y="0"/>
        <a:ext cx="3337470" cy="1305401"/>
      </dsp:txXfrm>
    </dsp:sp>
    <dsp:sp modelId="{1CE0BB1A-09F0-472B-A6C7-CDF45FF82002}">
      <dsp:nvSpPr>
        <dsp:cNvPr id="0" name=""/>
        <dsp:cNvSpPr/>
      </dsp:nvSpPr>
      <dsp:spPr>
        <a:xfrm>
          <a:off x="335030" y="1305401"/>
          <a:ext cx="2669976" cy="282836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420" tIns="43815" rIns="5842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/>
            <a:t>  </a:t>
          </a:r>
          <a:r>
            <a:rPr lang="en-IN" sz="20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Customer ID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Name 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Age 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Gender 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Employment Type 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Annual Income 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City &amp; State</a:t>
          </a:r>
        </a:p>
      </dsp:txBody>
      <dsp:txXfrm>
        <a:off x="413231" y="1383602"/>
        <a:ext cx="2513574" cy="2671967"/>
      </dsp:txXfrm>
    </dsp:sp>
    <dsp:sp modelId="{B2B4A6CB-120D-4A58-A15E-5B0B33ADAC05}">
      <dsp:nvSpPr>
        <dsp:cNvPr id="0" name=""/>
        <dsp:cNvSpPr/>
      </dsp:nvSpPr>
      <dsp:spPr>
        <a:xfrm>
          <a:off x="3589064" y="0"/>
          <a:ext cx="3337470" cy="435133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Credit History Dataset</a:t>
          </a:r>
          <a:endParaRPr lang="en-IN" sz="20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3589064" y="0"/>
        <a:ext cx="3337470" cy="1305401"/>
      </dsp:txXfrm>
    </dsp:sp>
    <dsp:sp modelId="{4817EEB5-3CDA-41C3-9B09-6FDA5B073641}">
      <dsp:nvSpPr>
        <dsp:cNvPr id="0" name=""/>
        <dsp:cNvSpPr/>
      </dsp:nvSpPr>
      <dsp:spPr>
        <a:xfrm>
          <a:off x="3922811" y="1305401"/>
          <a:ext cx="2669976" cy="282836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38100" rIns="508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  Credit Score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Credit Utilization Ratio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Open Accounts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Late Payments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Bankruptcies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Outstanding Debt</a:t>
          </a:r>
        </a:p>
      </dsp:txBody>
      <dsp:txXfrm>
        <a:off x="4001012" y="1383602"/>
        <a:ext cx="2513574" cy="2671967"/>
      </dsp:txXfrm>
    </dsp:sp>
    <dsp:sp modelId="{4A70EF17-C7DC-4F13-9DD7-D82B2A1CEE47}">
      <dsp:nvSpPr>
        <dsp:cNvPr id="0" name=""/>
        <dsp:cNvSpPr/>
      </dsp:nvSpPr>
      <dsp:spPr>
        <a:xfrm>
          <a:off x="7176845" y="0"/>
          <a:ext cx="3337470" cy="435133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Loan Applications Dataset</a:t>
          </a:r>
        </a:p>
      </dsp:txBody>
      <dsp:txXfrm>
        <a:off x="7176845" y="0"/>
        <a:ext cx="3337470" cy="1305401"/>
      </dsp:txXfrm>
    </dsp:sp>
    <dsp:sp modelId="{7AC4FC7C-C3B4-4721-AEE4-251F8ACA558D}">
      <dsp:nvSpPr>
        <dsp:cNvPr id="0" name=""/>
        <dsp:cNvSpPr/>
      </dsp:nvSpPr>
      <dsp:spPr>
        <a:xfrm>
          <a:off x="7510592" y="1305401"/>
          <a:ext cx="2669976" cy="282836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040" tIns="49530" rIns="6604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/>
            <a:t>   </a:t>
          </a:r>
          <a:r>
            <a:rPr lang="en-IN" sz="20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Loan Type </a:t>
          </a:r>
        </a:p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Requested Amount </a:t>
          </a:r>
        </a:p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Interest Rate </a:t>
          </a:r>
        </a:p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Loan Term</a:t>
          </a:r>
        </a:p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Approval Status </a:t>
          </a:r>
        </a:p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Loan Default</a:t>
          </a:r>
        </a:p>
      </dsp:txBody>
      <dsp:txXfrm>
        <a:off x="7588793" y="1383602"/>
        <a:ext cx="2513574" cy="267196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3D5E7A-94E3-457C-B64A-FF4B75015B99}">
      <dsp:nvSpPr>
        <dsp:cNvPr id="0" name=""/>
        <dsp:cNvSpPr/>
      </dsp:nvSpPr>
      <dsp:spPr>
        <a:xfrm>
          <a:off x="97043" y="2718"/>
          <a:ext cx="2716187" cy="16297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Data Collection</a:t>
          </a:r>
        </a:p>
      </dsp:txBody>
      <dsp:txXfrm>
        <a:off x="144776" y="50451"/>
        <a:ext cx="2620721" cy="1534246"/>
      </dsp:txXfrm>
    </dsp:sp>
    <dsp:sp modelId="{E9F0ECD2-6337-4112-905C-D491B83FC219}">
      <dsp:nvSpPr>
        <dsp:cNvPr id="0" name=""/>
        <dsp:cNvSpPr/>
      </dsp:nvSpPr>
      <dsp:spPr>
        <a:xfrm>
          <a:off x="3052255" y="480767"/>
          <a:ext cx="575831" cy="6736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800" kern="1200"/>
        </a:p>
      </dsp:txBody>
      <dsp:txXfrm>
        <a:off x="3052255" y="615490"/>
        <a:ext cx="403082" cy="404168"/>
      </dsp:txXfrm>
    </dsp:sp>
    <dsp:sp modelId="{1B2D6603-2BE8-4FE4-9E87-B0E89D0CCD70}">
      <dsp:nvSpPr>
        <dsp:cNvPr id="0" name=""/>
        <dsp:cNvSpPr/>
      </dsp:nvSpPr>
      <dsp:spPr>
        <a:xfrm>
          <a:off x="3899706" y="2718"/>
          <a:ext cx="2716187" cy="16297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Data Preprocessing</a:t>
          </a:r>
        </a:p>
      </dsp:txBody>
      <dsp:txXfrm>
        <a:off x="3947439" y="50451"/>
        <a:ext cx="2620721" cy="1534246"/>
      </dsp:txXfrm>
    </dsp:sp>
    <dsp:sp modelId="{5A5FE5FC-BF8E-4054-A4E2-C0B39A52066E}">
      <dsp:nvSpPr>
        <dsp:cNvPr id="0" name=""/>
        <dsp:cNvSpPr/>
      </dsp:nvSpPr>
      <dsp:spPr>
        <a:xfrm>
          <a:off x="6854918" y="480767"/>
          <a:ext cx="575831" cy="6736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800" kern="1200"/>
        </a:p>
      </dsp:txBody>
      <dsp:txXfrm>
        <a:off x="6854918" y="615490"/>
        <a:ext cx="403082" cy="404168"/>
      </dsp:txXfrm>
    </dsp:sp>
    <dsp:sp modelId="{854A9644-BC1F-4775-814D-7688A1BA247E}">
      <dsp:nvSpPr>
        <dsp:cNvPr id="0" name=""/>
        <dsp:cNvSpPr/>
      </dsp:nvSpPr>
      <dsp:spPr>
        <a:xfrm>
          <a:off x="7702368" y="2718"/>
          <a:ext cx="2716187" cy="16297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Feature Selection</a:t>
          </a:r>
        </a:p>
      </dsp:txBody>
      <dsp:txXfrm>
        <a:off x="7750101" y="50451"/>
        <a:ext cx="2620721" cy="1534246"/>
      </dsp:txXfrm>
    </dsp:sp>
    <dsp:sp modelId="{DAD7E85B-318B-47E8-8DAC-83E4C4169D21}">
      <dsp:nvSpPr>
        <dsp:cNvPr id="0" name=""/>
        <dsp:cNvSpPr/>
      </dsp:nvSpPr>
      <dsp:spPr>
        <a:xfrm rot="5400000">
          <a:off x="8772546" y="1822564"/>
          <a:ext cx="575831" cy="6736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800" kern="1200"/>
        </a:p>
      </dsp:txBody>
      <dsp:txXfrm rot="-5400000">
        <a:off x="8858378" y="1871456"/>
        <a:ext cx="404168" cy="403082"/>
      </dsp:txXfrm>
    </dsp:sp>
    <dsp:sp modelId="{EA43553F-09F0-43BB-B650-678E24642A99}">
      <dsp:nvSpPr>
        <dsp:cNvPr id="0" name=""/>
        <dsp:cNvSpPr/>
      </dsp:nvSpPr>
      <dsp:spPr>
        <a:xfrm>
          <a:off x="7702368" y="2718906"/>
          <a:ext cx="2716187" cy="16297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Model Training</a:t>
          </a:r>
        </a:p>
      </dsp:txBody>
      <dsp:txXfrm>
        <a:off x="7750101" y="2766639"/>
        <a:ext cx="2620721" cy="1534246"/>
      </dsp:txXfrm>
    </dsp:sp>
    <dsp:sp modelId="{1BBA8CC3-B8FA-4EAB-8741-71011C26364A}">
      <dsp:nvSpPr>
        <dsp:cNvPr id="0" name=""/>
        <dsp:cNvSpPr/>
      </dsp:nvSpPr>
      <dsp:spPr>
        <a:xfrm rot="10800000">
          <a:off x="6887512" y="3196955"/>
          <a:ext cx="575831" cy="6736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800" kern="1200"/>
        </a:p>
      </dsp:txBody>
      <dsp:txXfrm rot="10800000">
        <a:off x="7060261" y="3331678"/>
        <a:ext cx="403082" cy="404168"/>
      </dsp:txXfrm>
    </dsp:sp>
    <dsp:sp modelId="{2FB47EE0-4667-49B0-A1FD-BEC52F1149C1}">
      <dsp:nvSpPr>
        <dsp:cNvPr id="0" name=""/>
        <dsp:cNvSpPr/>
      </dsp:nvSpPr>
      <dsp:spPr>
        <a:xfrm>
          <a:off x="3899706" y="2718906"/>
          <a:ext cx="2716187" cy="16297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Model Evaluation</a:t>
          </a:r>
        </a:p>
      </dsp:txBody>
      <dsp:txXfrm>
        <a:off x="3947439" y="2766639"/>
        <a:ext cx="2620721" cy="1534246"/>
      </dsp:txXfrm>
    </dsp:sp>
    <dsp:sp modelId="{5FE694B0-93D7-4950-9552-8FB47423D779}">
      <dsp:nvSpPr>
        <dsp:cNvPr id="0" name=""/>
        <dsp:cNvSpPr/>
      </dsp:nvSpPr>
      <dsp:spPr>
        <a:xfrm rot="10800000">
          <a:off x="3084849" y="3196955"/>
          <a:ext cx="575831" cy="6736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800" kern="1200"/>
        </a:p>
      </dsp:txBody>
      <dsp:txXfrm rot="10800000">
        <a:off x="3257598" y="3331678"/>
        <a:ext cx="403082" cy="404168"/>
      </dsp:txXfrm>
    </dsp:sp>
    <dsp:sp modelId="{F5911A47-0341-4081-8EC5-80EED9A25C13}">
      <dsp:nvSpPr>
        <dsp:cNvPr id="0" name=""/>
        <dsp:cNvSpPr/>
      </dsp:nvSpPr>
      <dsp:spPr>
        <a:xfrm>
          <a:off x="97043" y="2718906"/>
          <a:ext cx="2716187" cy="16297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Dashboard Development</a:t>
          </a:r>
        </a:p>
      </dsp:txBody>
      <dsp:txXfrm>
        <a:off x="144776" y="2766639"/>
        <a:ext cx="2620721" cy="15342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50B8E8-F287-426A-B7D5-A82796A0DCAF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C0AACA-D7A5-4D61-A604-E37E82BDC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8608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C0AACA-D7A5-4D61-A604-E37E82BDCF9E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03912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C0AACA-D7A5-4D61-A604-E37E82BDCF9E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1812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2D78C-9FB9-49CB-12B1-E329B638E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422015-AD71-7DE1-BB7F-DC45B12B45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4874E-CB83-3815-57CE-E3BBE30E8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71869-C1C8-4846-98D9-EE9E50994B4C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0A9D04-FD76-E0CC-D0B9-51B451870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4E461-EFE8-19C3-05E8-0CD1BD86C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EAE68-F71F-46B9-865F-66802AAB6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9018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B7A6B-5BA5-8A6D-23C9-D902C276E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05A09-1950-C2EC-7939-003186576D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CFA5C-505C-AE3F-DB59-3CE672669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71869-C1C8-4846-98D9-EE9E50994B4C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99B1A5-097E-B7F6-75AD-30BE7D603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A9AB9-67B8-BEC8-A118-B10BFE846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EAE68-F71F-46B9-865F-66802AAB6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8854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94192-6044-E367-B471-E81EFC0BE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FCAC6B-6603-9ACB-C6FA-BA608949F2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EAEB17-04A1-40BD-3AFF-D9D0449EB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71869-C1C8-4846-98D9-EE9E50994B4C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C2620-3B1A-A1F1-719A-992371315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4D67B-A66C-ABC8-ED10-AB2DF057E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EAE68-F71F-46B9-865F-66802AAB6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3116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150C7-EDE2-4766-8C29-C44E3120A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6994A-8016-55BF-1885-AE8996BE85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0ED916-718E-7441-0F89-9F8B0E2648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24EEE7-4215-4261-0CD4-BC7E17AD5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71869-C1C8-4846-98D9-EE9E50994B4C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AECC58-7840-F19B-3085-F209C471A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8A11FE-8F88-1D89-ACCD-01A829F44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EAE68-F71F-46B9-865F-66802AAB6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7322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6B9BD-4142-344A-FC40-C019B2359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AB37FE-4557-6BE6-7876-231F650B2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54F337-2EA3-0FE0-2772-B0AAE3266F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1ED1A6-AA34-09E3-71CE-B48AE9283E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FC029E-4110-B9E9-F3AA-95D7D50E11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36AED2-F1C8-F053-557A-2CBF25C16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71869-C1C8-4846-98D9-EE9E50994B4C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82B5D3-F3FD-AC8B-2E59-F91A21404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44C509-7305-222A-CD93-307089DAF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EAE68-F71F-46B9-865F-66802AAB6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6461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AC272-85AE-8BBE-947F-6758DAA95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B1596F-E811-C725-D62C-A5A464E1B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71869-C1C8-4846-98D9-EE9E50994B4C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7B5761-6513-60CF-C6A9-95A463E2D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F682D3-8333-7CA8-82D0-111AD9110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EAE68-F71F-46B9-865F-66802AAB6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694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8A23FC-1556-1A87-2E9D-789E31059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71869-C1C8-4846-98D9-EE9E50994B4C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1D2331-7C15-F8BC-999C-F55011B25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822904-BFC4-6907-357A-FA9FB9B1B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EAE68-F71F-46B9-865F-66802AAB6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23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BCEF4-3F07-A98D-01F5-F58C4D5A1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F5991-9AC1-6AAF-F040-76FAAEC89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7AF718-38A0-813E-4D4F-6BF3567A85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3BB031-840D-79BD-4FCA-7DF20586C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71869-C1C8-4846-98D9-EE9E50994B4C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7CD32F-5453-FA04-9394-BD9185C75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08D4EC-2804-6265-EF71-7A5443B18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EAE68-F71F-46B9-865F-66802AAB6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3041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27784-0778-20AD-A321-7E426B477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D348E6-A789-5F45-D739-88891A25F8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459EFE-FD26-914B-92EE-82ECFFD0F1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46325C-E2F8-234B-4862-C9E24DAE3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71869-C1C8-4846-98D9-EE9E50994B4C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BB6382-E172-D621-9E3D-575DBE62B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57646D-178A-FD7B-F1E7-38F39E41A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EAE68-F71F-46B9-865F-66802AAB6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9281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8DA58-1BC2-B4A3-8F71-89993A8B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A4C33A-1DAB-1A10-378E-85490C0E71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BD0C7-1448-2B8E-BDF7-0CD8CA1BD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71869-C1C8-4846-98D9-EE9E50994B4C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31945C-2C05-3511-21D5-B58C989F2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E54D8-D2FD-695A-C307-EB99D0582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EAE68-F71F-46B9-865F-66802AAB6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5990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C9224D-D4EB-60C4-2C55-72ED1E2C8F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FEA6DA-3858-3396-B92E-978F365B8C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38D76-D85B-C98B-54E7-BCF96B6D2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71869-C1C8-4846-98D9-EE9E50994B4C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850BEB-3183-8D82-ADCA-0F8693ED4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1AF679-406C-C6B0-054E-AAF10748A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EAE68-F71F-46B9-865F-66802AAB6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898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358AA2-6B26-AB55-E35F-4B32BD33E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280DF9-BB0E-61F6-D1BA-AE323D2DB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0B283-8968-EE7C-B0D2-E69B9EE75C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471869-C1C8-4846-98D9-EE9E50994B4C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D9A6E-376B-2C86-2C5C-62DE502B3E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C4694-B150-361E-B5EE-7D19DDF645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7EAE68-F71F-46B9-865F-66802AAB6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4282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9" r:id="rId1"/>
    <p:sldLayoutId id="2147484010" r:id="rId2"/>
    <p:sldLayoutId id="2147484011" r:id="rId3"/>
    <p:sldLayoutId id="2147484012" r:id="rId4"/>
    <p:sldLayoutId id="2147484013" r:id="rId5"/>
    <p:sldLayoutId id="2147484014" r:id="rId6"/>
    <p:sldLayoutId id="2147484015" r:id="rId7"/>
    <p:sldLayoutId id="2147484016" r:id="rId8"/>
    <p:sldLayoutId id="2147484017" r:id="rId9"/>
    <p:sldLayoutId id="2147484018" r:id="rId10"/>
    <p:sldLayoutId id="21474840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27AE127-314B-65B1-4C09-DB34A81272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2826" y="614670"/>
            <a:ext cx="9144000" cy="2387600"/>
          </a:xfrm>
        </p:spPr>
        <p:txBody>
          <a:bodyPr/>
          <a:lstStyle/>
          <a:p>
            <a:r>
              <a:rPr lang="en-IN" sz="3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CREDORA FINANCE CREDIT RISK ANALYTICS PLATFORM</a:t>
            </a:r>
            <a:br>
              <a:rPr lang="en-IN" sz="3200" dirty="0"/>
            </a:br>
            <a:endParaRPr lang="en-IN" sz="3200" b="1" dirty="0">
              <a:solidFill>
                <a:schemeClr val="tx2">
                  <a:lumMod val="75000"/>
                  <a:lumOff val="2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994772B-76B8-2170-A7A1-16084697FF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2826" y="3002270"/>
            <a:ext cx="9144000" cy="2387600"/>
          </a:xfrm>
        </p:spPr>
        <p:txBody>
          <a:bodyPr>
            <a:no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Internship Project Presentation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Presented By : Olive Ruth</a:t>
            </a:r>
          </a:p>
          <a:p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B.Tech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Computer Science and Engineering (Artificial Intelligence)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Dr. M.G.R. Educational and Research Institute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Internship Organization: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InternMo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Year: 2026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874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32BC77-8EAE-351B-1962-08DC191F3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92F445-1B68-B87D-95DB-66CBA0A96C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Credit risk assessment is an important process in banks and financial institutions. 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Manual loan evaluation can be time-consuming and may lead to inconsistent decisions. 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Machine learning helps improve the speed and accuracy of loan approval decisions. 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Credora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Finance Credit Risk Analytics Platform </a:t>
            </a: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analyzes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customer, credit history, and loan application data to support better credit risk assessment. 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interactive </a:t>
            </a: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dashboard provides visual insights for decision-making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endParaRPr lang="en-IN" dirty="0"/>
          </a:p>
        </p:txBody>
      </p:sp>
      <p:pic>
        <p:nvPicPr>
          <p:cNvPr id="7" name="Graphic 6" descr="Bank with solid fill">
            <a:extLst>
              <a:ext uri="{FF2B5EF4-FFF2-40B4-BE49-F238E27FC236}">
                <a16:creationId xmlns:a16="http://schemas.microsoft.com/office/drawing/2014/main" id="{343EE553-F434-7AE4-9414-942CA54E44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14155" y="57070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129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89C0B-0D8A-A252-90CA-84823B0D6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CB73D-7247-1979-3B2E-D53C6F315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Banks receive thousands of loan applications every day. 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Manual loan evaluation is slow and can lead to inconsistent decisions. 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Traditional methods may not identify high-risk applicants accurately. 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Financial institutions need an intelligent system to </a:t>
            </a: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customer data efficiently. 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project uses machine learning to improve credit risk assessment and support better loan approval decisions.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6363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C32C9-037E-4505-9C66-60CC33E8D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Objectives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64A4912C-A8F8-9B16-481A-AFFB73DE55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69951247"/>
              </p:ext>
            </p:extLst>
          </p:nvPr>
        </p:nvGraphicFramePr>
        <p:xfrm>
          <a:off x="926690" y="1690688"/>
          <a:ext cx="8128000" cy="27479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93891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7CC9A-20DB-6C0C-6A21-FA2ACB53C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Technology Stack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602FDAB-4870-8AB9-4773-1C85519AC4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5045405"/>
              </p:ext>
            </p:extLst>
          </p:nvPr>
        </p:nvGraphicFramePr>
        <p:xfrm>
          <a:off x="833377" y="1825625"/>
          <a:ext cx="10520423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62623">
                  <a:extLst>
                    <a:ext uri="{9D8B030D-6E8A-4147-A177-3AD203B41FA5}">
                      <a16:colId xmlns:a16="http://schemas.microsoft.com/office/drawing/2014/main" val="2000097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0658516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Technology</a:t>
                      </a:r>
                      <a:endParaRPr lang="en-IN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Purpose</a:t>
                      </a:r>
                      <a:endParaRPr lang="en-IN" sz="20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0152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Python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Core Programming Language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0891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Pandas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 Loading &amp; Preprocessing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6133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Scikit-learn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Machine Learning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3906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Loan Approval Prediction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6019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Matplotlib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 Visualization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4143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Streamlit</a:t>
                      </a:r>
                      <a:endParaRPr lang="en-IN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Interactive Dashboard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8455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Joblib</a:t>
                      </a:r>
                      <a:endParaRPr lang="en-IN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Save Trained Model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9812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VS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Development Environment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30286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9614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43B9AC-55A1-B127-1097-83C27F32B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Description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6908079-1553-6C87-322C-1AE6965FA9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285307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EF253526-56EA-B94E-7878-676A3F99DB6E}"/>
              </a:ext>
            </a:extLst>
          </p:cNvPr>
          <p:cNvSpPr/>
          <p:nvPr/>
        </p:nvSpPr>
        <p:spPr>
          <a:xfrm>
            <a:off x="9248172" y="358814"/>
            <a:ext cx="1180618" cy="13258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 Dataset</a:t>
            </a:r>
            <a:endParaRPr lang="en-IN" sz="80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EA20D3-2D9B-4AA9-8EDF-AA4E9F45E9F7}"/>
              </a:ext>
            </a:extLst>
          </p:cNvPr>
          <p:cNvSpPr/>
          <p:nvPr/>
        </p:nvSpPr>
        <p:spPr>
          <a:xfrm>
            <a:off x="9271321" y="704185"/>
            <a:ext cx="1180618" cy="13258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Credit History Dataset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82541C-98B9-11C9-DA4E-3FA87F1E84D4}"/>
              </a:ext>
            </a:extLst>
          </p:cNvPr>
          <p:cNvSpPr/>
          <p:nvPr/>
        </p:nvSpPr>
        <p:spPr>
          <a:xfrm>
            <a:off x="9271321" y="1072900"/>
            <a:ext cx="1180618" cy="13258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800" dirty="0">
                <a:latin typeface="Centaur" panose="02030504050205020304" pitchFamily="18" charset="0"/>
              </a:rPr>
              <a:t>Loan Applications Dataset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435C49A-0EA3-5F08-11B2-C21D629A6AE8}"/>
              </a:ext>
            </a:extLst>
          </p:cNvPr>
          <p:cNvSpPr/>
          <p:nvPr/>
        </p:nvSpPr>
        <p:spPr>
          <a:xfrm>
            <a:off x="9213737" y="1441615"/>
            <a:ext cx="1180618" cy="13258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Merged Dataset</a:t>
            </a:r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65A985FE-E330-9F6B-8DEE-4E839308395F}"/>
              </a:ext>
            </a:extLst>
          </p:cNvPr>
          <p:cNvSpPr/>
          <p:nvPr/>
        </p:nvSpPr>
        <p:spPr>
          <a:xfrm>
            <a:off x="9792182" y="491400"/>
            <a:ext cx="46299" cy="18963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22664C19-B57C-AC7A-AE58-DDDE2687D804}"/>
              </a:ext>
            </a:extLst>
          </p:cNvPr>
          <p:cNvSpPr/>
          <p:nvPr/>
        </p:nvSpPr>
        <p:spPr>
          <a:xfrm>
            <a:off x="9781187" y="836771"/>
            <a:ext cx="45719" cy="21278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D1965917-85F0-5319-E3F2-FB492B59B325}"/>
              </a:ext>
            </a:extLst>
          </p:cNvPr>
          <p:cNvSpPr/>
          <p:nvPr/>
        </p:nvSpPr>
        <p:spPr>
          <a:xfrm>
            <a:off x="9792182" y="1208315"/>
            <a:ext cx="46299" cy="18963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DE4D66-B3FF-23FB-B07E-7CD65E9E3117}"/>
              </a:ext>
            </a:extLst>
          </p:cNvPr>
          <p:cNvSpPr txBox="1"/>
          <p:nvPr/>
        </p:nvSpPr>
        <p:spPr>
          <a:xfrm>
            <a:off x="838200" y="6308209"/>
            <a:ext cx="609407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datasets are merged using the Customer ID field before preprocessing and model training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040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D6B0B-9024-61C5-2AD3-B3257C316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027" y="108818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33F49-4156-C890-6680-B99AB8A82A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044" y="1101271"/>
            <a:ext cx="10393101" cy="52284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                             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BB6A0D-34DC-8B76-43EE-D067BB34CA41}"/>
              </a:ext>
            </a:extLst>
          </p:cNvPr>
          <p:cNvSpPr/>
          <p:nvPr/>
        </p:nvSpPr>
        <p:spPr>
          <a:xfrm>
            <a:off x="3946964" y="2069256"/>
            <a:ext cx="3669175" cy="4051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Credit History Dataset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53B0D1-6058-1A67-5B64-7AC704FDCCCF}"/>
              </a:ext>
            </a:extLst>
          </p:cNvPr>
          <p:cNvSpPr/>
          <p:nvPr/>
        </p:nvSpPr>
        <p:spPr>
          <a:xfrm>
            <a:off x="3946967" y="2789499"/>
            <a:ext cx="3669175" cy="4977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Loan Applications Dataset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04F41F-9A0D-DACA-CF92-FC38F8C92B1B}"/>
              </a:ext>
            </a:extLst>
          </p:cNvPr>
          <p:cNvSpPr/>
          <p:nvPr/>
        </p:nvSpPr>
        <p:spPr>
          <a:xfrm>
            <a:off x="3946967" y="3715473"/>
            <a:ext cx="3669175" cy="4977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Preprocessing (Cleaning, Merging, Encoding</a:t>
            </a:r>
            <a:r>
              <a:rPr lang="en-IN" dirty="0"/>
              <a:t>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6B1BD1-D752-60B6-CA7A-FEE56905B208}"/>
              </a:ext>
            </a:extLst>
          </p:cNvPr>
          <p:cNvSpPr/>
          <p:nvPr/>
        </p:nvSpPr>
        <p:spPr>
          <a:xfrm>
            <a:off x="3946966" y="4560424"/>
            <a:ext cx="3669175" cy="4977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 Forest Classifier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626C4C-AF07-72F5-34EA-C2E72610735A}"/>
              </a:ext>
            </a:extLst>
          </p:cNvPr>
          <p:cNvSpPr/>
          <p:nvPr/>
        </p:nvSpPr>
        <p:spPr>
          <a:xfrm>
            <a:off x="3944071" y="5373264"/>
            <a:ext cx="3761772" cy="4051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Credit Risk Prediction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A7DB08-8CE1-FB72-6760-717A34BFAAD0}"/>
              </a:ext>
            </a:extLst>
          </p:cNvPr>
          <p:cNvSpPr/>
          <p:nvPr/>
        </p:nvSpPr>
        <p:spPr>
          <a:xfrm>
            <a:off x="3946967" y="6065134"/>
            <a:ext cx="3761772" cy="4051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Dashboard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9AF83A-49A7-0C2C-ECDC-1F78B24D7DAE}"/>
              </a:ext>
            </a:extLst>
          </p:cNvPr>
          <p:cNvSpPr/>
          <p:nvPr/>
        </p:nvSpPr>
        <p:spPr>
          <a:xfrm>
            <a:off x="3946965" y="1363201"/>
            <a:ext cx="3669175" cy="413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 Dataset</a:t>
            </a: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88E137B0-3AB1-30C9-9633-1FE7959B78CA}"/>
              </a:ext>
            </a:extLst>
          </p:cNvPr>
          <p:cNvSpPr/>
          <p:nvPr/>
        </p:nvSpPr>
        <p:spPr>
          <a:xfrm>
            <a:off x="5557772" y="1805647"/>
            <a:ext cx="345317" cy="25782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044DA6B4-4DF2-83DF-4596-1650EB95C5FD}"/>
              </a:ext>
            </a:extLst>
          </p:cNvPr>
          <p:cNvSpPr/>
          <p:nvPr/>
        </p:nvSpPr>
        <p:spPr>
          <a:xfrm>
            <a:off x="5578991" y="2489111"/>
            <a:ext cx="324098" cy="28040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37098EE4-B5BA-33A8-495B-D246DEE8A725}"/>
              </a:ext>
            </a:extLst>
          </p:cNvPr>
          <p:cNvSpPr/>
          <p:nvPr/>
        </p:nvSpPr>
        <p:spPr>
          <a:xfrm>
            <a:off x="5557772" y="3300081"/>
            <a:ext cx="345317" cy="41539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13C108E9-D284-E065-56C2-9CEFA871A4D2}"/>
              </a:ext>
            </a:extLst>
          </p:cNvPr>
          <p:cNvSpPr/>
          <p:nvPr/>
        </p:nvSpPr>
        <p:spPr>
          <a:xfrm>
            <a:off x="5553914" y="4233159"/>
            <a:ext cx="349175" cy="32726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C1015E4D-E50E-76AF-C8B3-35C1E50A1F27}"/>
              </a:ext>
            </a:extLst>
          </p:cNvPr>
          <p:cNvSpPr/>
          <p:nvPr/>
        </p:nvSpPr>
        <p:spPr>
          <a:xfrm>
            <a:off x="5553914" y="5049728"/>
            <a:ext cx="349175" cy="32353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47A35995-A5A1-0455-CEC7-3791A715E1CD}"/>
              </a:ext>
            </a:extLst>
          </p:cNvPr>
          <p:cNvSpPr/>
          <p:nvPr/>
        </p:nvSpPr>
        <p:spPr>
          <a:xfrm>
            <a:off x="5553914" y="5798355"/>
            <a:ext cx="349175" cy="26677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7478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02DB2-4B5B-3DC6-EE3A-F3B4C040E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Methodology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7F122DC-E26D-8E52-2C3C-2FE1784F2B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3171056"/>
              </p:ext>
            </p:extLst>
          </p:nvPr>
        </p:nvGraphicFramePr>
        <p:xfrm>
          <a:off x="662651" y="1489959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DA3FB7E-99B5-0521-90E9-0FF5B52CE5B9}"/>
              </a:ext>
            </a:extLst>
          </p:cNvPr>
          <p:cNvSpPr txBox="1"/>
          <p:nvPr/>
        </p:nvSpPr>
        <p:spPr>
          <a:xfrm>
            <a:off x="662651" y="5957044"/>
            <a:ext cx="609407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data was cleaned and merged.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Random Forest model was trained.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model was evaluated using Accuracy, Confusion Matrix, and ROC-AUC.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 were displayed using a </a:t>
            </a:r>
            <a:r>
              <a:rPr lang="en-IN" sz="10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lang="en-IN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dashboard. </a:t>
            </a:r>
          </a:p>
        </p:txBody>
      </p:sp>
    </p:spTree>
    <p:extLst>
      <p:ext uri="{BB962C8B-B14F-4D97-AF65-F5344CB8AC3E}">
        <p14:creationId xmlns:p14="http://schemas.microsoft.com/office/powerpoint/2010/main" val="2119417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CDA32-A678-E462-8AD3-0162EC3D2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Machine Learning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AE49E-1134-5037-54F4-9D09753BB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sz="33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Algorithm Used</a:t>
            </a:r>
            <a:r>
              <a:rPr lang="en-IN" sz="2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IN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Random Forest Classifier</a:t>
            </a:r>
          </a:p>
          <a:p>
            <a:pPr marL="0" indent="0">
              <a:buNone/>
            </a:pPr>
            <a:r>
              <a:rPr lang="en-IN" sz="33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Random Forest?</a:t>
            </a:r>
            <a:endParaRPr lang="en-IN" sz="2900" b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prediction accuracy </a:t>
            </a:r>
          </a:p>
          <a:p>
            <a:r>
              <a:rPr lang="en-IN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Handles large datasets efficiently </a:t>
            </a:r>
          </a:p>
          <a:p>
            <a:r>
              <a:rPr lang="en-IN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Works with numerical and categorical data </a:t>
            </a:r>
          </a:p>
          <a:p>
            <a:r>
              <a:rPr lang="en-IN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Reduces overfitting by combining multiple decision trees </a:t>
            </a:r>
          </a:p>
          <a:p>
            <a:r>
              <a:rPr lang="en-IN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Provides feature importance for prediction </a:t>
            </a:r>
          </a:p>
          <a:p>
            <a:pPr marL="0" indent="0">
              <a:buNone/>
            </a:pPr>
            <a:r>
              <a:rPr lang="en-IN" sz="33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Performance</a:t>
            </a:r>
          </a:p>
          <a:p>
            <a:r>
              <a:rPr lang="en-IN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Accuracy</a:t>
            </a:r>
            <a:r>
              <a:rPr lang="en-IN" sz="2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IN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Approximately 89–91% </a:t>
            </a:r>
          </a:p>
          <a:p>
            <a:r>
              <a:rPr lang="en-IN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ROC-AUC Score: Approximately 0.68 </a:t>
            </a:r>
          </a:p>
          <a:p>
            <a:r>
              <a:rPr lang="en-IN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Evaluated using: </a:t>
            </a:r>
          </a:p>
          <a:p>
            <a:pPr lvl="1"/>
            <a:r>
              <a:rPr lang="en-IN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Accuracy Score </a:t>
            </a:r>
          </a:p>
          <a:p>
            <a:pPr lvl="1"/>
            <a:r>
              <a:rPr lang="en-IN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Confusion Matrix </a:t>
            </a:r>
          </a:p>
          <a:p>
            <a:pPr lvl="1"/>
            <a:r>
              <a:rPr lang="en-IN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Classification Report </a:t>
            </a:r>
          </a:p>
          <a:p>
            <a:pPr lvl="1"/>
            <a:r>
              <a:rPr lang="en-IN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ROC-AUC Score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6864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0DE81-2AF7-ADDC-67C3-5F2FFD4AC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 Overview</a:t>
            </a:r>
          </a:p>
        </p:txBody>
      </p:sp>
      <p:pic>
        <p:nvPicPr>
          <p:cNvPr id="5" name="Content Placeholder 4" descr="0">
            <a:extLst>
              <a:ext uri="{FF2B5EF4-FFF2-40B4-BE49-F238E27FC236}">
                <a16:creationId xmlns:a16="http://schemas.microsoft.com/office/drawing/2014/main" id="{6EF9C91F-A9FB-7EC0-1AA5-06E0D3A999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60404" y="1448250"/>
            <a:ext cx="3283650" cy="2237654"/>
          </a:xfrm>
          <a:prstGeom prst="rect">
            <a:avLst/>
          </a:prstGeom>
        </p:spPr>
      </p:pic>
      <p:pic>
        <p:nvPicPr>
          <p:cNvPr id="4" name="Picture 3" descr="0">
            <a:extLst>
              <a:ext uri="{FF2B5EF4-FFF2-40B4-BE49-F238E27FC236}">
                <a16:creationId xmlns:a16="http://schemas.microsoft.com/office/drawing/2014/main" id="{08451702-6DEE-EF66-CAE3-02771BBA0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4624" y="1523913"/>
            <a:ext cx="2645780" cy="2360185"/>
          </a:xfrm>
          <a:prstGeom prst="rect">
            <a:avLst/>
          </a:prstGeom>
        </p:spPr>
      </p:pic>
      <p:pic>
        <p:nvPicPr>
          <p:cNvPr id="6" name="Picture 5" descr="0">
            <a:extLst>
              <a:ext uri="{FF2B5EF4-FFF2-40B4-BE49-F238E27FC236}">
                <a16:creationId xmlns:a16="http://schemas.microsoft.com/office/drawing/2014/main" id="{A779E2C3-24A8-0058-E1E5-1112B15560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4054" y="1295870"/>
            <a:ext cx="3147946" cy="2360186"/>
          </a:xfrm>
          <a:prstGeom prst="rect">
            <a:avLst/>
          </a:prstGeom>
        </p:spPr>
      </p:pic>
      <p:pic>
        <p:nvPicPr>
          <p:cNvPr id="7" name="Picture 6" descr="0">
            <a:extLst>
              <a:ext uri="{FF2B5EF4-FFF2-40B4-BE49-F238E27FC236}">
                <a16:creationId xmlns:a16="http://schemas.microsoft.com/office/drawing/2014/main" id="{2F5B5BC0-0285-7CFC-4BE7-9DEB7E8A2E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12" y="3717322"/>
            <a:ext cx="2905246" cy="3140678"/>
          </a:xfrm>
          <a:prstGeom prst="rect">
            <a:avLst/>
          </a:prstGeom>
        </p:spPr>
      </p:pic>
      <p:pic>
        <p:nvPicPr>
          <p:cNvPr id="8" name="Picture 7" descr="0">
            <a:extLst>
              <a:ext uri="{FF2B5EF4-FFF2-40B4-BE49-F238E27FC236}">
                <a16:creationId xmlns:a16="http://schemas.microsoft.com/office/drawing/2014/main" id="{CB579B46-B529-4C27-E599-8F8D6BF08A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4961" y="3913027"/>
            <a:ext cx="2567616" cy="2464624"/>
          </a:xfrm>
          <a:prstGeom prst="rect">
            <a:avLst/>
          </a:prstGeom>
        </p:spPr>
      </p:pic>
      <p:pic>
        <p:nvPicPr>
          <p:cNvPr id="9" name="Picture 8" descr="0">
            <a:extLst>
              <a:ext uri="{FF2B5EF4-FFF2-40B4-BE49-F238E27FC236}">
                <a16:creationId xmlns:a16="http://schemas.microsoft.com/office/drawing/2014/main" id="{31360C19-CA86-0551-CDC0-7508AD7D85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1631" y="3837297"/>
            <a:ext cx="2520981" cy="309643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AD154CE-7608-A82C-661A-D16330907DB2}"/>
              </a:ext>
            </a:extLst>
          </p:cNvPr>
          <p:cNvSpPr txBox="1"/>
          <p:nvPr/>
        </p:nvSpPr>
        <p:spPr>
          <a:xfrm>
            <a:off x="8850370" y="4871141"/>
            <a:ext cx="609407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dashboard provides an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interactive interface for </a:t>
            </a: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analyzing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data, loan applications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credit risk.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44656B5-97C5-C3D7-98C4-39A9BFC60FA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11" y="1448250"/>
            <a:ext cx="2958479" cy="2010597"/>
          </a:xfrm>
          <a:prstGeom prst="rect">
            <a:avLst/>
          </a:prstGeom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C5D25D4B-1668-A833-D79F-D13F40C6A58E}"/>
              </a:ext>
            </a:extLst>
          </p:cNvPr>
          <p:cNvSpPr/>
          <p:nvPr/>
        </p:nvSpPr>
        <p:spPr>
          <a:xfrm>
            <a:off x="8707210" y="5011838"/>
            <a:ext cx="143160" cy="1273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0056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F7A52-3375-66DE-78A4-6DF5412A4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2265807-5C5B-5B4D-0F43-CE79E6757D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5202890"/>
              </p:ext>
            </p:extLst>
          </p:nvPr>
        </p:nvGraphicFramePr>
        <p:xfrm>
          <a:off x="838200" y="1825625"/>
          <a:ext cx="430096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0480">
                  <a:extLst>
                    <a:ext uri="{9D8B030D-6E8A-4147-A177-3AD203B41FA5}">
                      <a16:colId xmlns:a16="http://schemas.microsoft.com/office/drawing/2014/main" val="2843084032"/>
                    </a:ext>
                  </a:extLst>
                </a:gridCol>
                <a:gridCol w="2150480">
                  <a:extLst>
                    <a:ext uri="{9D8B030D-6E8A-4147-A177-3AD203B41FA5}">
                      <a16:colId xmlns:a16="http://schemas.microsoft.com/office/drawing/2014/main" val="30126736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9090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Random Forest Classifier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2259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89–91%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9116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ROC-AUC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0.68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0605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Risk Categories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Low, Medium, 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042582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5F63C36-BA43-929D-07C5-993DF213BD3A}"/>
              </a:ext>
            </a:extLst>
          </p:cNvPr>
          <p:cNvSpPr txBox="1"/>
          <p:nvPr/>
        </p:nvSpPr>
        <p:spPr>
          <a:xfrm>
            <a:off x="5581892" y="1551364"/>
            <a:ext cx="609407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Outcomes: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Successfully merged customer, credit history, and loan application datasets.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Cleaned and </a:t>
            </a: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preprocessed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data for machine learning.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Trained a Random Forest Classifier for loan approval prediction.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Achieved approximately 89–91% model accuracy.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Generated customer Risk Scores and categorized customers into Low Risk, Medium Risk, and High Risk.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Developed an interactive </a:t>
            </a: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Dashboard for visualization and analysis.</a:t>
            </a:r>
          </a:p>
        </p:txBody>
      </p:sp>
    </p:spTree>
    <p:extLst>
      <p:ext uri="{BB962C8B-B14F-4D97-AF65-F5344CB8AC3E}">
        <p14:creationId xmlns:p14="http://schemas.microsoft.com/office/powerpoint/2010/main" val="4413320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694D2-E918-D1B5-7875-7F0D41043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625BF-8F95-9860-98B6-73736DE4C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Developed a machine learning–based credit risk analytics platform. 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Improved loan approval analysis using customer and financial data. 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Built an interactive </a:t>
            </a: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dashboard for visual analytics. 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Demonstrated the practical application of AI and machine learning in the finance domain. </a:t>
            </a:r>
          </a:p>
          <a:p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836C95-57CB-5B1F-5C95-D2A4215CE433}"/>
              </a:ext>
            </a:extLst>
          </p:cNvPr>
          <p:cNvSpPr txBox="1"/>
          <p:nvPr/>
        </p:nvSpPr>
        <p:spPr>
          <a:xfrm>
            <a:off x="4283405" y="4498643"/>
            <a:ext cx="609407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  <a:endParaRPr lang="en-IN" sz="2000" b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1368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4FCEFF"/>
      </a:accent3>
      <a:accent4>
        <a:srgbClr val="10CF9B"/>
      </a:accent4>
      <a:accent5>
        <a:srgbClr val="7CCA62"/>
      </a:accent5>
      <a:accent6>
        <a:srgbClr val="A5C249"/>
      </a:accent6>
      <a:hlink>
        <a:srgbClr val="59A9F2"/>
      </a:hlink>
      <a:folHlink>
        <a:srgbClr val="59A9F2"/>
      </a:folHlink>
    </a:clrScheme>
    <a:fontScheme name="Calibri Light-Constantia">
      <a:majorFont>
        <a:latin typeface="Calibri Light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onstantia" panose="02030602050306030303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546</TotalTime>
  <Words>650</Words>
  <Application>Microsoft Office PowerPoint</Application>
  <PresentationFormat>Widescreen</PresentationFormat>
  <Paragraphs>140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Arial</vt:lpstr>
      <vt:lpstr>Calibri</vt:lpstr>
      <vt:lpstr>Calibri Light</vt:lpstr>
      <vt:lpstr>Centaur</vt:lpstr>
      <vt:lpstr>Constantia</vt:lpstr>
      <vt:lpstr>Office Theme</vt:lpstr>
      <vt:lpstr>CREDORA FINANCE CREDIT RISK ANALYTICS PLATFORM </vt:lpstr>
      <vt:lpstr>Introduction</vt:lpstr>
      <vt:lpstr>Problem Statement</vt:lpstr>
      <vt:lpstr>Objectives</vt:lpstr>
      <vt:lpstr>Technology Stack</vt:lpstr>
      <vt:lpstr>Dataset Description </vt:lpstr>
      <vt:lpstr>System Architecture</vt:lpstr>
      <vt:lpstr>Methodology</vt:lpstr>
      <vt:lpstr>Machine Learning Model</vt:lpstr>
      <vt:lpstr>Dashboard Overview</vt:lpstr>
      <vt:lpstr>Results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olive ruth</dc:creator>
  <cp:lastModifiedBy>olive ruth</cp:lastModifiedBy>
  <cp:revision>1</cp:revision>
  <dcterms:created xsi:type="dcterms:W3CDTF">2026-07-27T11:10:55Z</dcterms:created>
  <dcterms:modified xsi:type="dcterms:W3CDTF">2026-07-27T20:33:51Z</dcterms:modified>
</cp:coreProperties>
</file>